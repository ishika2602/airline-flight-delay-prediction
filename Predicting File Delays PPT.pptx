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1" r:id="rId1"/>
  </p:sldMasterIdLst>
  <p:notesMasterIdLst>
    <p:notesMasterId r:id="rId37"/>
  </p:notesMasterIdLst>
  <p:sldIdLst>
    <p:sldId id="256" r:id="rId2"/>
    <p:sldId id="257" r:id="rId3"/>
    <p:sldId id="258" r:id="rId4"/>
    <p:sldId id="259" r:id="rId5"/>
    <p:sldId id="260" r:id="rId6"/>
    <p:sldId id="261" r:id="rId7"/>
    <p:sldId id="312" r:id="rId8"/>
    <p:sldId id="262" r:id="rId9"/>
    <p:sldId id="263" r:id="rId10"/>
    <p:sldId id="313" r:id="rId11"/>
    <p:sldId id="314" r:id="rId12"/>
    <p:sldId id="316" r:id="rId13"/>
    <p:sldId id="317" r:id="rId14"/>
    <p:sldId id="318" r:id="rId15"/>
    <p:sldId id="319" r:id="rId16"/>
    <p:sldId id="320" r:id="rId17"/>
    <p:sldId id="321" r:id="rId18"/>
    <p:sldId id="322" r:id="rId19"/>
    <p:sldId id="323" r:id="rId20"/>
    <p:sldId id="324" r:id="rId21"/>
    <p:sldId id="325" r:id="rId22"/>
    <p:sldId id="326" r:id="rId23"/>
    <p:sldId id="327" r:id="rId24"/>
    <p:sldId id="328" r:id="rId25"/>
    <p:sldId id="264" r:id="rId26"/>
    <p:sldId id="329" r:id="rId27"/>
    <p:sldId id="334" r:id="rId28"/>
    <p:sldId id="330" r:id="rId29"/>
    <p:sldId id="331" r:id="rId30"/>
    <p:sldId id="332" r:id="rId31"/>
    <p:sldId id="333" r:id="rId32"/>
    <p:sldId id="335" r:id="rId33"/>
    <p:sldId id="336" r:id="rId34"/>
    <p:sldId id="337" r:id="rId35"/>
    <p:sldId id="338" r:id="rId36"/>
  </p:sldIdLst>
  <p:sldSz cx="9144000" cy="5143500" type="screen16x9"/>
  <p:notesSz cx="6858000" cy="9144000"/>
  <p:embeddedFontLst>
    <p:embeddedFont>
      <p:font typeface="Alata" panose="020B0604020202020204" charset="0"/>
      <p:regular r:id="rId38"/>
    </p:embeddedFont>
    <p:embeddedFont>
      <p:font typeface="Anaheim" panose="020B0604020202020204" charset="0"/>
      <p:regular r:id="rId39"/>
      <p:bold r:id="rId40"/>
    </p:embeddedFont>
    <p:embeddedFont>
      <p:font typeface="Bebas Neue" panose="020B0606020202050201" pitchFamily="34" charset="0"/>
      <p:regular r:id="rId41"/>
    </p:embeddedFont>
    <p:embeddedFont>
      <p:font typeface="Cambria" panose="02040503050406030204" pitchFamily="18" charset="0"/>
      <p:regular r:id="rId42"/>
      <p:bold r:id="rId43"/>
      <p:italic r:id="rId44"/>
      <p:boldItalic r:id="rId45"/>
    </p:embeddedFont>
    <p:embeddedFont>
      <p:font typeface="Lexend Deca Light" panose="020B0604020202020204" charset="0"/>
      <p:regular r:id="rId46"/>
      <p:bold r:id="rId47"/>
    </p:embeddedFont>
    <p:embeddedFont>
      <p:font typeface="Nunito Light" pitchFamily="2" charset="0"/>
      <p:regular r:id="rId48"/>
      <p:italic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DE359F4-8CBB-4BAF-BDE6-4750464DECD7}">
  <a:tblStyle styleId="{1DE359F4-8CBB-4BAF-BDE6-4750464DECD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911F7D22-DF3C-4B0E-B2ED-1C586F7885F5}"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91" autoAdjust="0"/>
    <p:restoredTop sz="94660"/>
  </p:normalViewPr>
  <p:slideViewPr>
    <p:cSldViewPr snapToGrid="0">
      <p:cViewPr varScale="1">
        <p:scale>
          <a:sx n="120" d="100"/>
          <a:sy n="120" d="100"/>
        </p:scale>
        <p:origin x="509" y="77"/>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5.fntdata"/><Relationship Id="rId47" Type="http://schemas.openxmlformats.org/officeDocument/2006/relationships/font" Target="fonts/font10.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font" Target="fonts/font3.fntdata"/><Relationship Id="rId45" Type="http://schemas.openxmlformats.org/officeDocument/2006/relationships/font" Target="fonts/font8.fntdata"/><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7.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6.fntdata"/><Relationship Id="rId48" Type="http://schemas.openxmlformats.org/officeDocument/2006/relationships/font" Target="fonts/font11.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1.fntdata"/><Relationship Id="rId46"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font" Target="fonts/font4.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font" Target="fonts/font1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1e122c60b65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1e122c60b65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1e122c60b65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1e122c60b65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8"/>
        <p:cNvGrpSpPr/>
        <p:nvPr/>
      </p:nvGrpSpPr>
      <p:grpSpPr>
        <a:xfrm>
          <a:off x="0" y="0"/>
          <a:ext cx="0" cy="0"/>
          <a:chOff x="0" y="0"/>
          <a:chExt cx="0" cy="0"/>
        </a:xfrm>
      </p:grpSpPr>
      <p:sp>
        <p:nvSpPr>
          <p:cNvPr id="249" name="Google Shape;249;g22d9761671e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0" name="Google Shape;250;g22d9761671e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54dda1946d_6_2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0" name="Google Shape;270;g54dda1946d_6_2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p:cNvGrpSpPr/>
        <p:nvPr/>
      </p:nvGrpSpPr>
      <p:grpSpPr>
        <a:xfrm>
          <a:off x="0" y="0"/>
          <a:ext cx="0" cy="0"/>
          <a:chOff x="0" y="0"/>
          <a:chExt cx="0" cy="0"/>
        </a:xfrm>
      </p:grpSpPr>
      <p:sp>
        <p:nvSpPr>
          <p:cNvPr id="293" name="Google Shape;293;g14072739ea5_1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4072739ea5_12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2">
          <a:extLst>
            <a:ext uri="{FF2B5EF4-FFF2-40B4-BE49-F238E27FC236}">
              <a16:creationId xmlns:a16="http://schemas.microsoft.com/office/drawing/2014/main" id="{F8A8B834-35B4-2EBD-4027-9F00E4D06B96}"/>
            </a:ext>
          </a:extLst>
        </p:cNvPr>
        <p:cNvGrpSpPr/>
        <p:nvPr/>
      </p:nvGrpSpPr>
      <p:grpSpPr>
        <a:xfrm>
          <a:off x="0" y="0"/>
          <a:ext cx="0" cy="0"/>
          <a:chOff x="0" y="0"/>
          <a:chExt cx="0" cy="0"/>
        </a:xfrm>
      </p:grpSpPr>
      <p:sp>
        <p:nvSpPr>
          <p:cNvPr id="293" name="Google Shape;293;g14072739ea5_12_0:notes">
            <a:extLst>
              <a:ext uri="{FF2B5EF4-FFF2-40B4-BE49-F238E27FC236}">
                <a16:creationId xmlns:a16="http://schemas.microsoft.com/office/drawing/2014/main" id="{65BCBDFF-2EBD-B8B4-9747-87DDD33C92C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4" name="Google Shape;294;g14072739ea5_12_0:notes">
            <a:extLst>
              <a:ext uri="{FF2B5EF4-FFF2-40B4-BE49-F238E27FC236}">
                <a16:creationId xmlns:a16="http://schemas.microsoft.com/office/drawing/2014/main" id="{46845843-D6DD-40F7-160D-EFD7A8555C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01450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1" name="Google Shape;301;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89822AD-7B2D-968F-3549-1EE5B64858F2}"/>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A8A81065-41E3-99AC-F18F-F7976B9C80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DACBA6F0-2F81-7812-02D8-6A2C6117FC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29284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D886FA9B-4A1F-4864-8092-5DB85896857F}"/>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69800B8A-A9DE-4403-90FB-3D1B2B01C9D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C4BFDD63-B239-FE4B-39D6-317E1817FCA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569387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58DB3B0B-080E-B7F2-F29D-D65D1CF6AAF4}"/>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0582CFB2-D78B-2CE7-03A7-536CE19E3C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D15C8BA2-9759-3D84-7BAD-30A7D539AB9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177563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F5EA1898-163C-9622-07E1-3EC11006A93F}"/>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D87DBC15-E56C-DFE8-B82B-85E36DC4D19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F6D0E028-E87F-CCDE-6146-9076154298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238926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92157DF9-FF32-A50E-BED7-408311313C0E}"/>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EAEBE90E-5456-D152-8378-661D704D249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52745DA6-44EE-2666-3C9F-6C5BBD93EEC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9660798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06660D4E-95D9-4869-B001-0B4CE7A6F018}"/>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CCCAE08A-B3DF-8328-C69A-C441A94600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742FFE57-512F-6AA6-A6BB-EF57C6C2258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1356481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1B98DAFD-328A-98B7-99CF-2D383C43F5A9}"/>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08A3150F-D907-9285-CB51-6792F26C07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0375DDE4-F82A-4962-7614-825CB65459A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291388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E151A0EF-F272-C9F6-D03F-9D70BDEE68C2}"/>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2589BEE8-AA32-DB84-5204-186858FE25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3028DE5B-2C2C-0FF9-9A9F-9C80F52E64F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34938073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a:extLst>
            <a:ext uri="{FF2B5EF4-FFF2-40B4-BE49-F238E27FC236}">
              <a16:creationId xmlns:a16="http://schemas.microsoft.com/office/drawing/2014/main" id="{44C0CC2D-D159-3880-95D8-CB8006ABCA49}"/>
            </a:ext>
          </a:extLst>
        </p:cNvPr>
        <p:cNvGrpSpPr/>
        <p:nvPr/>
      </p:nvGrpSpPr>
      <p:grpSpPr>
        <a:xfrm>
          <a:off x="0" y="0"/>
          <a:ext cx="0" cy="0"/>
          <a:chOff x="0" y="0"/>
          <a:chExt cx="0" cy="0"/>
        </a:xfrm>
      </p:grpSpPr>
      <p:sp>
        <p:nvSpPr>
          <p:cNvPr id="311" name="Google Shape;311;g54dda1946d_6_332:notes">
            <a:extLst>
              <a:ext uri="{FF2B5EF4-FFF2-40B4-BE49-F238E27FC236}">
                <a16:creationId xmlns:a16="http://schemas.microsoft.com/office/drawing/2014/main" id="{34D414F5-B3CE-BFB9-C287-36B3AB252D9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54dda1946d_6_332:notes">
            <a:extLst>
              <a:ext uri="{FF2B5EF4-FFF2-40B4-BE49-F238E27FC236}">
                <a16:creationId xmlns:a16="http://schemas.microsoft.com/office/drawing/2014/main" id="{C8377E3B-E848-05CF-B3BD-5741FFA084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30359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54dda1946d_6_3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C9C45DAD-1A38-E90B-CC42-5E9E73667F5B}"/>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CB3F5EE7-7E82-F432-86F9-8A3EEF0E060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93EA2E1D-11F9-3B42-16DB-C03CBEFF360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359761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2835E899-4772-D3A4-5226-E7D8F0E9D7F0}"/>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FD029D3C-7532-5E30-59E5-E4E43653A4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F48F4B25-1DD8-4120-A774-40D6CB8FF9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08937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904DA2DF-C1D9-B9F2-DD36-008EFD8D013C}"/>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73F3A947-122F-913C-038A-2E1F3D846BC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1FAE00D0-54A5-46D4-CA6A-4DA987254F1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18568327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75ADD73C-3422-445E-D8C7-4DC4CD3EF89D}"/>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07CAD214-F8A6-E67F-426D-BF74D0E0123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682BF52B-B5AF-7B60-FF05-24294341F96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0929626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60895E8C-189F-40E9-2D62-D7AAB05EBF9A}"/>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FF274FAA-D1B4-BDA5-7B22-1CF93D1466F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CA58A05A-894C-A518-BCC3-31B6C8514A5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3091715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C1F476CF-6A6A-72BE-6502-7CFEBBD62E20}"/>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BFD594A6-115C-E9B1-618D-2A8297D68E8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1AB9C363-637B-1B88-28A7-BCF02F8E8A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26729611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38C97926-E430-5789-ACAE-D4C6B38296CA}"/>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5B4A5FEA-2A66-3551-8F00-95EF6E8A91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DE764DD9-28B8-6CE0-A447-0EC794537AA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1153982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886E387E-CF8B-60E0-3769-39EE7A099E79}"/>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450B7178-E6BC-A096-2F64-045DD94C212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D9F97917-0EF1-491F-39E9-AAF06B13A1E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7947545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F2FF9844-3D84-644C-E592-BF6A1F7D8F5B}"/>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542701C1-435E-44DB-7E7E-17A3972CE66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AA1EDCC8-8BF8-75E0-9BB4-6570840F59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7666177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28DD5192-9135-31A7-B8F4-83C03E196D07}"/>
            </a:ext>
          </a:extLst>
        </p:cNvPr>
        <p:cNvGrpSpPr/>
        <p:nvPr/>
      </p:nvGrpSpPr>
      <p:grpSpPr>
        <a:xfrm>
          <a:off x="0" y="0"/>
          <a:ext cx="0" cy="0"/>
          <a:chOff x="0" y="0"/>
          <a:chExt cx="0" cy="0"/>
        </a:xfrm>
      </p:grpSpPr>
      <p:sp>
        <p:nvSpPr>
          <p:cNvPr id="331" name="Google Shape;331;g54dda1946d_6_344:notes">
            <a:extLst>
              <a:ext uri="{FF2B5EF4-FFF2-40B4-BE49-F238E27FC236}">
                <a16:creationId xmlns:a16="http://schemas.microsoft.com/office/drawing/2014/main" id="{90D53C30-5858-ED55-4417-F98F7AAEE2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54dda1946d_6_344:notes">
            <a:extLst>
              <a:ext uri="{FF2B5EF4-FFF2-40B4-BE49-F238E27FC236}">
                <a16:creationId xmlns:a16="http://schemas.microsoft.com/office/drawing/2014/main" id="{9102F695-BC78-7E6A-8CC5-98E156C616E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8742442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a:spLocks noGrp="1"/>
          </p:cNvSpPr>
          <p:nvPr>
            <p:ph type="pic" idx="2"/>
          </p:nvPr>
        </p:nvSpPr>
        <p:spPr>
          <a:xfrm>
            <a:off x="-50" y="100"/>
            <a:ext cx="9144000" cy="5143500"/>
          </a:xfrm>
          <a:prstGeom prst="rect">
            <a:avLst/>
          </a:prstGeom>
          <a:noFill/>
          <a:ln>
            <a:noFill/>
          </a:ln>
        </p:spPr>
      </p:sp>
      <p:sp>
        <p:nvSpPr>
          <p:cNvPr id="10" name="Google Shape;10;p2"/>
          <p:cNvSpPr txBox="1">
            <a:spLocks noGrp="1"/>
          </p:cNvSpPr>
          <p:nvPr>
            <p:ph type="ctrTitle"/>
          </p:nvPr>
        </p:nvSpPr>
        <p:spPr>
          <a:xfrm>
            <a:off x="713225" y="2061775"/>
            <a:ext cx="4879500" cy="1920600"/>
          </a:xfrm>
          <a:prstGeom prst="rect">
            <a:avLst/>
          </a:prstGeom>
          <a:noFill/>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5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982375"/>
            <a:ext cx="4879500" cy="4758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
        <p:cNvGrpSpPr/>
        <p:nvPr/>
      </p:nvGrpSpPr>
      <p:grpSpPr>
        <a:xfrm>
          <a:off x="0" y="0"/>
          <a:ext cx="0" cy="0"/>
          <a:chOff x="0" y="0"/>
          <a:chExt cx="0" cy="0"/>
        </a:xfrm>
      </p:grpSpPr>
      <p:sp>
        <p:nvSpPr>
          <p:cNvPr id="13" name="Google Shape;13;p3"/>
          <p:cNvSpPr txBox="1">
            <a:spLocks noGrp="1"/>
          </p:cNvSpPr>
          <p:nvPr>
            <p:ph type="title"/>
          </p:nvPr>
        </p:nvSpPr>
        <p:spPr>
          <a:xfrm>
            <a:off x="4048675" y="2574200"/>
            <a:ext cx="4382100" cy="1654800"/>
          </a:xfrm>
          <a:prstGeom prst="rect">
            <a:avLst/>
          </a:prstGeom>
        </p:spPr>
        <p:txBody>
          <a:bodyPr spcFirstLastPara="1" wrap="square" lIns="91425" tIns="91425" rIns="91425" bIns="91425" anchor="b" anchorCtr="0">
            <a:noAutofit/>
          </a:bodyPr>
          <a:lstStyle>
            <a:lvl1pPr lvl="0" algn="ctr">
              <a:spcBef>
                <a:spcPts val="0"/>
              </a:spcBef>
              <a:spcAft>
                <a:spcPts val="0"/>
              </a:spcAft>
              <a:buSzPts val="3600"/>
              <a:buNone/>
              <a:defRPr sz="54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4" name="Google Shape;14;p3"/>
          <p:cNvSpPr txBox="1">
            <a:spLocks noGrp="1"/>
          </p:cNvSpPr>
          <p:nvPr>
            <p:ph type="title" idx="2" hasCustomPrompt="1"/>
          </p:nvPr>
        </p:nvSpPr>
        <p:spPr>
          <a:xfrm>
            <a:off x="5568025" y="1326225"/>
            <a:ext cx="1343400" cy="10341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Clr>
                <a:schemeClr val="lt1"/>
              </a:buClr>
              <a:buSzPts val="6000"/>
              <a:buNone/>
              <a:defRPr sz="6300">
                <a:solidFill>
                  <a:schemeClr val="dk2"/>
                </a:solidFill>
              </a:defRPr>
            </a:lvl1pPr>
            <a:lvl2pPr lvl="1" algn="ctr" rtl="0">
              <a:spcBef>
                <a:spcPts val="0"/>
              </a:spcBef>
              <a:spcAft>
                <a:spcPts val="0"/>
              </a:spcAft>
              <a:buClr>
                <a:schemeClr val="lt1"/>
              </a:buClr>
              <a:buSzPts val="6000"/>
              <a:buNone/>
              <a:defRPr sz="6000">
                <a:solidFill>
                  <a:schemeClr val="lt1"/>
                </a:solidFill>
              </a:defRPr>
            </a:lvl2pPr>
            <a:lvl3pPr lvl="2" algn="ctr" rtl="0">
              <a:spcBef>
                <a:spcPts val="0"/>
              </a:spcBef>
              <a:spcAft>
                <a:spcPts val="0"/>
              </a:spcAft>
              <a:buClr>
                <a:schemeClr val="lt1"/>
              </a:buClr>
              <a:buSzPts val="6000"/>
              <a:buNone/>
              <a:defRPr sz="6000">
                <a:solidFill>
                  <a:schemeClr val="lt1"/>
                </a:solidFill>
              </a:defRPr>
            </a:lvl3pPr>
            <a:lvl4pPr lvl="3" algn="ctr" rtl="0">
              <a:spcBef>
                <a:spcPts val="0"/>
              </a:spcBef>
              <a:spcAft>
                <a:spcPts val="0"/>
              </a:spcAft>
              <a:buClr>
                <a:schemeClr val="lt1"/>
              </a:buClr>
              <a:buSzPts val="6000"/>
              <a:buNone/>
              <a:defRPr sz="6000">
                <a:solidFill>
                  <a:schemeClr val="lt1"/>
                </a:solidFill>
              </a:defRPr>
            </a:lvl4pPr>
            <a:lvl5pPr lvl="4" algn="ctr" rtl="0">
              <a:spcBef>
                <a:spcPts val="0"/>
              </a:spcBef>
              <a:spcAft>
                <a:spcPts val="0"/>
              </a:spcAft>
              <a:buClr>
                <a:schemeClr val="lt1"/>
              </a:buClr>
              <a:buSzPts val="6000"/>
              <a:buNone/>
              <a:defRPr sz="6000">
                <a:solidFill>
                  <a:schemeClr val="lt1"/>
                </a:solidFill>
              </a:defRPr>
            </a:lvl5pPr>
            <a:lvl6pPr lvl="5" algn="ctr" rtl="0">
              <a:spcBef>
                <a:spcPts val="0"/>
              </a:spcBef>
              <a:spcAft>
                <a:spcPts val="0"/>
              </a:spcAft>
              <a:buClr>
                <a:schemeClr val="lt1"/>
              </a:buClr>
              <a:buSzPts val="6000"/>
              <a:buNone/>
              <a:defRPr sz="6000">
                <a:solidFill>
                  <a:schemeClr val="lt1"/>
                </a:solidFill>
              </a:defRPr>
            </a:lvl6pPr>
            <a:lvl7pPr lvl="6" algn="ctr" rtl="0">
              <a:spcBef>
                <a:spcPts val="0"/>
              </a:spcBef>
              <a:spcAft>
                <a:spcPts val="0"/>
              </a:spcAft>
              <a:buClr>
                <a:schemeClr val="lt1"/>
              </a:buClr>
              <a:buSzPts val="6000"/>
              <a:buNone/>
              <a:defRPr sz="6000">
                <a:solidFill>
                  <a:schemeClr val="lt1"/>
                </a:solidFill>
              </a:defRPr>
            </a:lvl7pPr>
            <a:lvl8pPr lvl="7" algn="ctr" rtl="0">
              <a:spcBef>
                <a:spcPts val="0"/>
              </a:spcBef>
              <a:spcAft>
                <a:spcPts val="0"/>
              </a:spcAft>
              <a:buClr>
                <a:schemeClr val="lt1"/>
              </a:buClr>
              <a:buSzPts val="6000"/>
              <a:buNone/>
              <a:defRPr sz="6000">
                <a:solidFill>
                  <a:schemeClr val="lt1"/>
                </a:solidFill>
              </a:defRPr>
            </a:lvl8pPr>
            <a:lvl9pPr lvl="8" algn="ctr" rtl="0">
              <a:spcBef>
                <a:spcPts val="0"/>
              </a:spcBef>
              <a:spcAft>
                <a:spcPts val="0"/>
              </a:spcAft>
              <a:buClr>
                <a:schemeClr val="lt1"/>
              </a:buClr>
              <a:buSzPts val="6000"/>
              <a:buNone/>
              <a:defRPr sz="6000">
                <a:solidFill>
                  <a:schemeClr val="lt1"/>
                </a:solidFill>
              </a:defRPr>
            </a:lvl9pPr>
          </a:lstStyle>
          <a:p>
            <a:r>
              <a:t>xx%</a:t>
            </a:r>
          </a:p>
        </p:txBody>
      </p:sp>
      <p:sp>
        <p:nvSpPr>
          <p:cNvPr id="15" name="Google Shape;15;p3"/>
          <p:cNvSpPr txBox="1">
            <a:spLocks noGrp="1"/>
          </p:cNvSpPr>
          <p:nvPr>
            <p:ph type="subTitle" idx="1"/>
          </p:nvPr>
        </p:nvSpPr>
        <p:spPr>
          <a:xfrm>
            <a:off x="4048675" y="4229000"/>
            <a:ext cx="4382100" cy="375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6" name="Google Shape;16;p3"/>
          <p:cNvSpPr>
            <a:spLocks noGrp="1"/>
          </p:cNvSpPr>
          <p:nvPr>
            <p:ph type="pic" idx="3"/>
          </p:nvPr>
        </p:nvSpPr>
        <p:spPr>
          <a:xfrm>
            <a:off x="0" y="0"/>
            <a:ext cx="3307800" cy="5143500"/>
          </a:xfrm>
          <a:prstGeom prst="rect">
            <a:avLst/>
          </a:prstGeom>
          <a:noFill/>
          <a:ln>
            <a:no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sp>
        <p:nvSpPr>
          <p:cNvPr id="18" name="Google Shape;18;p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9" name="Google Shape;19;p4"/>
          <p:cNvSpPr txBox="1">
            <a:spLocks noGrp="1"/>
          </p:cNvSpPr>
          <p:nvPr>
            <p:ph type="body" idx="1"/>
          </p:nvPr>
        </p:nvSpPr>
        <p:spPr>
          <a:xfrm>
            <a:off x="720000" y="1215752"/>
            <a:ext cx="7704000" cy="34164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SzPts val="1400"/>
              <a:buFont typeface="Nunito Light"/>
              <a:buChar char="●"/>
              <a:defRPr/>
            </a:lvl1pPr>
            <a:lvl2pPr marL="914400" lvl="1" indent="-317500" rtl="0">
              <a:lnSpc>
                <a:spcPct val="100000"/>
              </a:lnSpc>
              <a:spcBef>
                <a:spcPts val="0"/>
              </a:spcBef>
              <a:spcAft>
                <a:spcPts val="0"/>
              </a:spcAft>
              <a:buSzPts val="1400"/>
              <a:buFont typeface="Nunito Light"/>
              <a:buChar char="○"/>
              <a:defRPr/>
            </a:lvl2pPr>
            <a:lvl3pPr marL="1371600" lvl="2" indent="-317500" rtl="0">
              <a:lnSpc>
                <a:spcPct val="100000"/>
              </a:lnSpc>
              <a:spcBef>
                <a:spcPts val="0"/>
              </a:spcBef>
              <a:spcAft>
                <a:spcPts val="0"/>
              </a:spcAft>
              <a:buSzPts val="1400"/>
              <a:buFont typeface="Nunito Light"/>
              <a:buChar char="■"/>
              <a:defRPr/>
            </a:lvl3pPr>
            <a:lvl4pPr marL="1828800" lvl="3" indent="-317500" rtl="0">
              <a:lnSpc>
                <a:spcPct val="100000"/>
              </a:lnSpc>
              <a:spcBef>
                <a:spcPts val="0"/>
              </a:spcBef>
              <a:spcAft>
                <a:spcPts val="0"/>
              </a:spcAft>
              <a:buSzPts val="14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7500" rtl="0">
              <a:lnSpc>
                <a:spcPct val="100000"/>
              </a:lnSpc>
              <a:spcBef>
                <a:spcPts val="0"/>
              </a:spcBef>
              <a:spcAft>
                <a:spcPts val="0"/>
              </a:spcAft>
              <a:buSzPts val="1400"/>
              <a:buFont typeface="Nunito Light"/>
              <a:buChar char="●"/>
              <a:defRPr/>
            </a:lvl7pPr>
            <a:lvl8pPr marL="3657600" lvl="7" indent="-317500" rtl="0">
              <a:lnSpc>
                <a:spcPct val="100000"/>
              </a:lnSpc>
              <a:spcBef>
                <a:spcPts val="0"/>
              </a:spcBef>
              <a:spcAft>
                <a:spcPts val="0"/>
              </a:spcAft>
              <a:buSzPts val="14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pic>
        <p:nvPicPr>
          <p:cNvPr id="20" name="Google Shape;20;p4"/>
          <p:cNvPicPr preferRelativeResize="0"/>
          <p:nvPr/>
        </p:nvPicPr>
        <p:blipFill>
          <a:blip r:embed="rId2">
            <a:alphaModFix/>
          </a:blip>
          <a:stretch>
            <a:fillRect/>
          </a:stretch>
        </p:blipFill>
        <p:spPr>
          <a:xfrm rot="5400000">
            <a:off x="8165525" y="4471375"/>
            <a:ext cx="265251" cy="265251"/>
          </a:xfrm>
          <a:prstGeom prst="rect">
            <a:avLst/>
          </a:prstGeom>
          <a:noFill/>
          <a:ln>
            <a:noFill/>
          </a:ln>
        </p:spPr>
      </p:pic>
      <p:cxnSp>
        <p:nvCxnSpPr>
          <p:cNvPr id="21" name="Google Shape;21;p4"/>
          <p:cNvCxnSpPr>
            <a:stCxn id="20" idx="2"/>
          </p:cNvCxnSpPr>
          <p:nvPr/>
        </p:nvCxnSpPr>
        <p:spPr>
          <a:xfrm rot="10800000">
            <a:off x="1925" y="4604000"/>
            <a:ext cx="81636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pic>
        <p:nvPicPr>
          <p:cNvPr id="30" name="Google Shape;30;p6"/>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31" name="Google Shape;31;p6"/>
          <p:cNvCxnSpPr>
            <a:endCxn id="30"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720000" y="445025"/>
            <a:ext cx="4007400" cy="11730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34" name="Google Shape;34;p7"/>
          <p:cNvSpPr txBox="1">
            <a:spLocks noGrp="1"/>
          </p:cNvSpPr>
          <p:nvPr>
            <p:ph type="subTitle" idx="1"/>
          </p:nvPr>
        </p:nvSpPr>
        <p:spPr>
          <a:xfrm>
            <a:off x="720000" y="1881550"/>
            <a:ext cx="4007400" cy="19524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600"/>
              <a:buFont typeface="Nunito Light"/>
              <a:buChar char="●"/>
              <a:defRPr/>
            </a:lvl1pPr>
            <a:lvl2pPr lvl="1" algn="ctr" rtl="0">
              <a:lnSpc>
                <a:spcPct val="100000"/>
              </a:lnSpc>
              <a:spcBef>
                <a:spcPts val="0"/>
              </a:spcBef>
              <a:spcAft>
                <a:spcPts val="0"/>
              </a:spcAft>
              <a:buClr>
                <a:srgbClr val="E76A28"/>
              </a:buClr>
              <a:buSzPts val="1600"/>
              <a:buFont typeface="Nunito Light"/>
              <a:buChar char="○"/>
              <a:defRPr/>
            </a:lvl2pPr>
            <a:lvl3pPr lvl="2" algn="ctr" rtl="0">
              <a:lnSpc>
                <a:spcPct val="100000"/>
              </a:lnSpc>
              <a:spcBef>
                <a:spcPts val="1600"/>
              </a:spcBef>
              <a:spcAft>
                <a:spcPts val="0"/>
              </a:spcAft>
              <a:buClr>
                <a:srgbClr val="E76A28"/>
              </a:buClr>
              <a:buSzPts val="1500"/>
              <a:buFont typeface="Nunito Light"/>
              <a:buChar char="■"/>
              <a:defRPr/>
            </a:lvl3pPr>
            <a:lvl4pPr lvl="3" algn="ctr" rtl="0">
              <a:lnSpc>
                <a:spcPct val="100000"/>
              </a:lnSpc>
              <a:spcBef>
                <a:spcPts val="1600"/>
              </a:spcBef>
              <a:spcAft>
                <a:spcPts val="0"/>
              </a:spcAft>
              <a:buClr>
                <a:srgbClr val="E76A28"/>
              </a:buClr>
              <a:buSzPts val="1500"/>
              <a:buFont typeface="Nunito Light"/>
              <a:buChar char="●"/>
              <a:defRPr/>
            </a:lvl4pPr>
            <a:lvl5pPr lvl="4" algn="ctr" rtl="0">
              <a:lnSpc>
                <a:spcPct val="100000"/>
              </a:lnSpc>
              <a:spcBef>
                <a:spcPts val="1600"/>
              </a:spcBef>
              <a:spcAft>
                <a:spcPts val="0"/>
              </a:spcAft>
              <a:buClr>
                <a:srgbClr val="E76A28"/>
              </a:buClr>
              <a:buSzPts val="1400"/>
              <a:buFont typeface="Nunito Light"/>
              <a:buChar char="○"/>
              <a:defRPr/>
            </a:lvl5pPr>
            <a:lvl6pPr lvl="5" algn="ctr" rtl="0">
              <a:lnSpc>
                <a:spcPct val="100000"/>
              </a:lnSpc>
              <a:spcBef>
                <a:spcPts val="1600"/>
              </a:spcBef>
              <a:spcAft>
                <a:spcPts val="0"/>
              </a:spcAft>
              <a:buClr>
                <a:srgbClr val="999999"/>
              </a:buClr>
              <a:buSzPts val="1400"/>
              <a:buFont typeface="Nunito Light"/>
              <a:buChar char="■"/>
              <a:defRPr/>
            </a:lvl6pPr>
            <a:lvl7pPr lvl="6" algn="ctr" rtl="0">
              <a:lnSpc>
                <a:spcPct val="100000"/>
              </a:lnSpc>
              <a:spcBef>
                <a:spcPts val="1600"/>
              </a:spcBef>
              <a:spcAft>
                <a:spcPts val="0"/>
              </a:spcAft>
              <a:buClr>
                <a:srgbClr val="999999"/>
              </a:buClr>
              <a:buSzPts val="1300"/>
              <a:buFont typeface="Nunito Light"/>
              <a:buChar char="●"/>
              <a:defRPr/>
            </a:lvl7pPr>
            <a:lvl8pPr lvl="7" algn="ctr" rtl="0">
              <a:lnSpc>
                <a:spcPct val="100000"/>
              </a:lnSpc>
              <a:spcBef>
                <a:spcPts val="1600"/>
              </a:spcBef>
              <a:spcAft>
                <a:spcPts val="0"/>
              </a:spcAft>
              <a:buClr>
                <a:srgbClr val="999999"/>
              </a:buClr>
              <a:buSzPts val="1300"/>
              <a:buFont typeface="Nunito Light"/>
              <a:buChar char="○"/>
              <a:defRPr/>
            </a:lvl8pPr>
            <a:lvl9pPr lvl="8" algn="ctr" rtl="0">
              <a:lnSpc>
                <a:spcPct val="100000"/>
              </a:lnSpc>
              <a:spcBef>
                <a:spcPts val="1600"/>
              </a:spcBef>
              <a:spcAft>
                <a:spcPts val="1600"/>
              </a:spcAft>
              <a:buClr>
                <a:srgbClr val="999999"/>
              </a:buClr>
              <a:buSzPts val="1400"/>
              <a:buFont typeface="Nunito Light"/>
              <a:buChar char="■"/>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txBox="1">
            <a:spLocks noGrp="1"/>
          </p:cNvSpPr>
          <p:nvPr>
            <p:ph type="title"/>
          </p:nvPr>
        </p:nvSpPr>
        <p:spPr>
          <a:xfrm>
            <a:off x="2135550" y="539500"/>
            <a:ext cx="4872900" cy="1460700"/>
          </a:xfrm>
          <a:prstGeom prst="rect">
            <a:avLst/>
          </a:prstGeom>
        </p:spPr>
        <p:txBody>
          <a:bodyPr spcFirstLastPara="1" wrap="square" lIns="91425" tIns="91425" rIns="91425" bIns="91425" anchor="b" anchorCtr="0">
            <a:noAutofit/>
          </a:bodyPr>
          <a:lstStyle>
            <a:lvl1pPr lvl="0" algn="ctr" rtl="0">
              <a:spcBef>
                <a:spcPts val="0"/>
              </a:spcBef>
              <a:spcAft>
                <a:spcPts val="0"/>
              </a:spcAft>
              <a:buSzPts val="3200"/>
              <a:buNone/>
              <a:defRPr sz="9600"/>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41" name="Google Shape;41;p9"/>
          <p:cNvSpPr txBox="1">
            <a:spLocks noGrp="1"/>
          </p:cNvSpPr>
          <p:nvPr>
            <p:ph type="subTitle" idx="1"/>
          </p:nvPr>
        </p:nvSpPr>
        <p:spPr>
          <a:xfrm>
            <a:off x="2135550" y="2166975"/>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42" name="Google Shape;42;p9"/>
          <p:cNvSpPr>
            <a:spLocks noGrp="1"/>
          </p:cNvSpPr>
          <p:nvPr>
            <p:ph type="pic" idx="2"/>
          </p:nvPr>
        </p:nvSpPr>
        <p:spPr>
          <a:xfrm>
            <a:off x="0" y="3183325"/>
            <a:ext cx="9144000" cy="1968300"/>
          </a:xfrm>
          <a:prstGeom prst="rect">
            <a:avLst/>
          </a:prstGeom>
          <a:noFill/>
          <a:ln>
            <a:no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chemeClr val="accent6"/>
        </a:solidFill>
        <a:effectLst/>
      </p:bgPr>
    </p:bg>
    <p:spTree>
      <p:nvGrpSpPr>
        <p:cNvPr id="1" name="Shape 4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52" name="Google Shape;52;p13"/>
          <p:cNvSpPr txBox="1">
            <a:spLocks noGrp="1"/>
          </p:cNvSpPr>
          <p:nvPr>
            <p:ph type="subTitle" idx="1"/>
          </p:nvPr>
        </p:nvSpPr>
        <p:spPr>
          <a:xfrm>
            <a:off x="720000" y="2266634"/>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3" name="Google Shape;53;p13"/>
          <p:cNvSpPr txBox="1">
            <a:spLocks noGrp="1"/>
          </p:cNvSpPr>
          <p:nvPr>
            <p:ph type="subTitle" idx="2"/>
          </p:nvPr>
        </p:nvSpPr>
        <p:spPr>
          <a:xfrm>
            <a:off x="720000" y="4042407"/>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4" name="Google Shape;54;p13"/>
          <p:cNvSpPr txBox="1">
            <a:spLocks noGrp="1"/>
          </p:cNvSpPr>
          <p:nvPr>
            <p:ph type="subTitle" idx="3"/>
          </p:nvPr>
        </p:nvSpPr>
        <p:spPr>
          <a:xfrm>
            <a:off x="3152504" y="4042378"/>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5" name="Google Shape;55;p13"/>
          <p:cNvSpPr txBox="1">
            <a:spLocks noGrp="1"/>
          </p:cNvSpPr>
          <p:nvPr>
            <p:ph type="subTitle" idx="4"/>
          </p:nvPr>
        </p:nvSpPr>
        <p:spPr>
          <a:xfrm>
            <a:off x="3152504" y="2294299"/>
            <a:ext cx="2345100" cy="561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56" name="Google Shape;56;p13"/>
          <p:cNvSpPr txBox="1">
            <a:spLocks noGrp="1"/>
          </p:cNvSpPr>
          <p:nvPr>
            <p:ph type="title" idx="5" hasCustomPrompt="1"/>
          </p:nvPr>
        </p:nvSpPr>
        <p:spPr>
          <a:xfrm>
            <a:off x="720000" y="1342754"/>
            <a:ext cx="701400" cy="553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7" name="Google Shape;57;p13"/>
          <p:cNvSpPr txBox="1">
            <a:spLocks noGrp="1"/>
          </p:cNvSpPr>
          <p:nvPr>
            <p:ph type="title" idx="6" hasCustomPrompt="1"/>
          </p:nvPr>
        </p:nvSpPr>
        <p:spPr>
          <a:xfrm>
            <a:off x="3152504" y="3051447"/>
            <a:ext cx="701400" cy="56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8" name="Google Shape;58;p13"/>
          <p:cNvSpPr txBox="1">
            <a:spLocks noGrp="1"/>
          </p:cNvSpPr>
          <p:nvPr>
            <p:ph type="title" idx="7" hasCustomPrompt="1"/>
          </p:nvPr>
        </p:nvSpPr>
        <p:spPr>
          <a:xfrm>
            <a:off x="720000" y="3051475"/>
            <a:ext cx="701400" cy="5616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59" name="Google Shape;59;p13"/>
          <p:cNvSpPr txBox="1">
            <a:spLocks noGrp="1"/>
          </p:cNvSpPr>
          <p:nvPr>
            <p:ph type="title" idx="8" hasCustomPrompt="1"/>
          </p:nvPr>
        </p:nvSpPr>
        <p:spPr>
          <a:xfrm>
            <a:off x="3152504" y="1342746"/>
            <a:ext cx="701400" cy="553200"/>
          </a:xfrm>
          <a:prstGeom prst="rect">
            <a:avLst/>
          </a:prstGeom>
          <a:noFill/>
        </p:spPr>
        <p:txBody>
          <a:bodyPr spcFirstLastPara="1" wrap="square" lIns="91425" tIns="91425" rIns="91425" bIns="91425" anchor="ctr" anchorCtr="0">
            <a:noAutofit/>
          </a:bodyPr>
          <a:lstStyle>
            <a:lvl1pPr lvl="0" algn="ctr" rtl="0">
              <a:spcBef>
                <a:spcPts val="0"/>
              </a:spcBef>
              <a:spcAft>
                <a:spcPts val="0"/>
              </a:spcAft>
              <a:buSzPts val="3000"/>
              <a:buNone/>
              <a:defRPr sz="3000">
                <a:solidFill>
                  <a:schemeClr val="dk2"/>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60" name="Google Shape;60;p13"/>
          <p:cNvSpPr txBox="1">
            <a:spLocks noGrp="1"/>
          </p:cNvSpPr>
          <p:nvPr>
            <p:ph type="subTitle" idx="9"/>
          </p:nvPr>
        </p:nvSpPr>
        <p:spPr>
          <a:xfrm>
            <a:off x="720000" y="1952768"/>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1" name="Google Shape;61;p13"/>
          <p:cNvSpPr txBox="1">
            <a:spLocks noGrp="1"/>
          </p:cNvSpPr>
          <p:nvPr>
            <p:ph type="subTitle" idx="13"/>
          </p:nvPr>
        </p:nvSpPr>
        <p:spPr>
          <a:xfrm>
            <a:off x="720000" y="3724067"/>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2" name="Google Shape;62;p13"/>
          <p:cNvSpPr txBox="1">
            <a:spLocks noGrp="1"/>
          </p:cNvSpPr>
          <p:nvPr>
            <p:ph type="subTitle" idx="14"/>
          </p:nvPr>
        </p:nvSpPr>
        <p:spPr>
          <a:xfrm>
            <a:off x="3152504" y="3724117"/>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3" name="Google Shape;63;p13"/>
          <p:cNvSpPr txBox="1">
            <a:spLocks noGrp="1"/>
          </p:cNvSpPr>
          <p:nvPr>
            <p:ph type="subTitle" idx="15"/>
          </p:nvPr>
        </p:nvSpPr>
        <p:spPr>
          <a:xfrm>
            <a:off x="3152504" y="1976030"/>
            <a:ext cx="2345100" cy="394500"/>
          </a:xfrm>
          <a:prstGeom prst="rect">
            <a:avLst/>
          </a:prstGeom>
        </p:spPr>
        <p:txBody>
          <a:bodyPr spcFirstLastPara="1" wrap="square" lIns="91425" tIns="91425" rIns="91425" bIns="91425" anchor="b" anchorCtr="0">
            <a:noAutofit/>
          </a:bodyPr>
          <a:lstStyle>
            <a:lvl1pPr lvl="0"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64" name="Google Shape;64;p13"/>
          <p:cNvSpPr>
            <a:spLocks noGrp="1"/>
          </p:cNvSpPr>
          <p:nvPr>
            <p:ph type="pic" idx="16"/>
          </p:nvPr>
        </p:nvSpPr>
        <p:spPr>
          <a:xfrm>
            <a:off x="5971900" y="0"/>
            <a:ext cx="3172200" cy="5143500"/>
          </a:xfrm>
          <a:prstGeom prst="rect">
            <a:avLst/>
          </a:prstGeom>
          <a:noFill/>
          <a:ln>
            <a:noFill/>
          </a:ln>
        </p:spPr>
      </p:sp>
      <p:pic>
        <p:nvPicPr>
          <p:cNvPr id="65" name="Google Shape;65;p13"/>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66" name="Google Shape;66;p13"/>
          <p:cNvCxnSpPr>
            <a:stCxn id="65"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95"/>
        <p:cNvGrpSpPr/>
        <p:nvPr/>
      </p:nvGrpSpPr>
      <p:grpSpPr>
        <a:xfrm>
          <a:off x="0" y="0"/>
          <a:ext cx="0" cy="0"/>
          <a:chOff x="0" y="0"/>
          <a:chExt cx="0" cy="0"/>
        </a:xfrm>
      </p:grpSpPr>
      <p:sp>
        <p:nvSpPr>
          <p:cNvPr id="96" name="Google Shape;96;p19"/>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 name="Google Shape;97;p19"/>
          <p:cNvSpPr txBox="1">
            <a:spLocks noGrp="1"/>
          </p:cNvSpPr>
          <p:nvPr>
            <p:ph type="subTitle" idx="1"/>
          </p:nvPr>
        </p:nvSpPr>
        <p:spPr>
          <a:xfrm>
            <a:off x="4923249" y="3133051"/>
            <a:ext cx="2505600" cy="12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 name="Google Shape;98;p19"/>
          <p:cNvSpPr txBox="1">
            <a:spLocks noGrp="1"/>
          </p:cNvSpPr>
          <p:nvPr>
            <p:ph type="subTitle" idx="2"/>
          </p:nvPr>
        </p:nvSpPr>
        <p:spPr>
          <a:xfrm>
            <a:off x="1715375" y="3133051"/>
            <a:ext cx="2505600" cy="12057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9" name="Google Shape;99;p19"/>
          <p:cNvSpPr txBox="1">
            <a:spLocks noGrp="1"/>
          </p:cNvSpPr>
          <p:nvPr>
            <p:ph type="subTitle" idx="3"/>
          </p:nvPr>
        </p:nvSpPr>
        <p:spPr>
          <a:xfrm>
            <a:off x="1715375" y="2645425"/>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00" name="Google Shape;100;p19"/>
          <p:cNvSpPr txBox="1">
            <a:spLocks noGrp="1"/>
          </p:cNvSpPr>
          <p:nvPr>
            <p:ph type="subTitle" idx="4"/>
          </p:nvPr>
        </p:nvSpPr>
        <p:spPr>
          <a:xfrm>
            <a:off x="4923250" y="2645425"/>
            <a:ext cx="2505600" cy="5589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01" name="Google Shape;101;p19"/>
          <p:cNvPicPr preferRelativeResize="0"/>
          <p:nvPr/>
        </p:nvPicPr>
        <p:blipFill>
          <a:blip r:embed="rId2">
            <a:alphaModFix/>
          </a:blip>
          <a:stretch>
            <a:fillRect/>
          </a:stretch>
        </p:blipFill>
        <p:spPr>
          <a:xfrm>
            <a:off x="236775" y="539500"/>
            <a:ext cx="265251" cy="265251"/>
          </a:xfrm>
          <a:prstGeom prst="rect">
            <a:avLst/>
          </a:prstGeom>
          <a:noFill/>
          <a:ln>
            <a:noFill/>
          </a:ln>
        </p:spPr>
      </p:pic>
      <p:cxnSp>
        <p:nvCxnSpPr>
          <p:cNvPr id="102" name="Google Shape;102;p19"/>
          <p:cNvCxnSpPr>
            <a:stCxn id="101" idx="2"/>
          </p:cNvCxnSpPr>
          <p:nvPr/>
        </p:nvCxnSpPr>
        <p:spPr>
          <a:xfrm>
            <a:off x="369400" y="804751"/>
            <a:ext cx="0" cy="4362000"/>
          </a:xfrm>
          <a:prstGeom prst="straightConnector1">
            <a:avLst/>
          </a:prstGeom>
          <a:noFill/>
          <a:ln w="9525" cap="flat" cmpd="sng">
            <a:solidFill>
              <a:schemeClr val="dk1"/>
            </a:solidFill>
            <a:prstDash val="solid"/>
            <a:round/>
            <a:headEnd type="none" w="med" len="med"/>
            <a:tailEnd type="none" w="med" len="med"/>
          </a:ln>
        </p:spPr>
      </p:cxnSp>
      <p:pic>
        <p:nvPicPr>
          <p:cNvPr id="103" name="Google Shape;103;p19"/>
          <p:cNvPicPr preferRelativeResize="0"/>
          <p:nvPr/>
        </p:nvPicPr>
        <p:blipFill>
          <a:blip r:embed="rId2">
            <a:alphaModFix/>
          </a:blip>
          <a:stretch>
            <a:fillRect/>
          </a:stretch>
        </p:blipFill>
        <p:spPr>
          <a:xfrm rot="10800000">
            <a:off x="8656950" y="4338750"/>
            <a:ext cx="265251" cy="265251"/>
          </a:xfrm>
          <a:prstGeom prst="rect">
            <a:avLst/>
          </a:prstGeom>
          <a:noFill/>
          <a:ln>
            <a:noFill/>
          </a:ln>
        </p:spPr>
      </p:pic>
      <p:cxnSp>
        <p:nvCxnSpPr>
          <p:cNvPr id="104" name="Google Shape;104;p19"/>
          <p:cNvCxnSpPr>
            <a:endCxn id="103" idx="2"/>
          </p:cNvCxnSpPr>
          <p:nvPr/>
        </p:nvCxnSpPr>
        <p:spPr>
          <a:xfrm>
            <a:off x="8789575" y="-150"/>
            <a:ext cx="0" cy="433890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two columns 2">
  <p:cSld name="TITLE_AND_TWO_COLUMNS_1_1">
    <p:spTree>
      <p:nvGrpSpPr>
        <p:cNvPr id="1" name="Shape 105"/>
        <p:cNvGrpSpPr/>
        <p:nvPr/>
      </p:nvGrpSpPr>
      <p:grpSpPr>
        <a:xfrm>
          <a:off x="0" y="0"/>
          <a:ext cx="0" cy="0"/>
          <a:chOff x="0" y="0"/>
          <a:chExt cx="0" cy="0"/>
        </a:xfrm>
      </p:grpSpPr>
      <p:sp>
        <p:nvSpPr>
          <p:cNvPr id="106" name="Google Shape;106;p2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7" name="Google Shape;107;p20"/>
          <p:cNvSpPr txBox="1">
            <a:spLocks noGrp="1"/>
          </p:cNvSpPr>
          <p:nvPr>
            <p:ph type="subTitle" idx="1"/>
          </p:nvPr>
        </p:nvSpPr>
        <p:spPr>
          <a:xfrm>
            <a:off x="4298852" y="1444025"/>
            <a:ext cx="3316200" cy="26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8" name="Google Shape;108;p20"/>
          <p:cNvSpPr txBox="1">
            <a:spLocks noGrp="1"/>
          </p:cNvSpPr>
          <p:nvPr>
            <p:ph type="subTitle" idx="2"/>
          </p:nvPr>
        </p:nvSpPr>
        <p:spPr>
          <a:xfrm>
            <a:off x="720000" y="1444025"/>
            <a:ext cx="3316200" cy="26631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pic>
        <p:nvPicPr>
          <p:cNvPr id="109" name="Google Shape;109;p20"/>
          <p:cNvPicPr preferRelativeResize="0"/>
          <p:nvPr/>
        </p:nvPicPr>
        <p:blipFill>
          <a:blip r:embed="rId2">
            <a:alphaModFix/>
          </a:blip>
          <a:stretch>
            <a:fillRect/>
          </a:stretch>
        </p:blipFill>
        <p:spPr>
          <a:xfrm rot="5400000">
            <a:off x="8158750" y="4471375"/>
            <a:ext cx="265251" cy="265251"/>
          </a:xfrm>
          <a:prstGeom prst="rect">
            <a:avLst/>
          </a:prstGeom>
          <a:noFill/>
          <a:ln>
            <a:noFill/>
          </a:ln>
        </p:spPr>
      </p:pic>
      <p:cxnSp>
        <p:nvCxnSpPr>
          <p:cNvPr id="110" name="Google Shape;110;p20"/>
          <p:cNvCxnSpPr>
            <a:endCxn id="109"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three columns">
  <p:cSld name="CUSTOM_6">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2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13" name="Google Shape;113;p21"/>
          <p:cNvSpPr txBox="1">
            <a:spLocks noGrp="1"/>
          </p:cNvSpPr>
          <p:nvPr>
            <p:ph type="subTitle" idx="1"/>
          </p:nvPr>
        </p:nvSpPr>
        <p:spPr>
          <a:xfrm>
            <a:off x="720001"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4" name="Google Shape;114;p21"/>
          <p:cNvSpPr txBox="1">
            <a:spLocks noGrp="1"/>
          </p:cNvSpPr>
          <p:nvPr>
            <p:ph type="subTitle" idx="2"/>
          </p:nvPr>
        </p:nvSpPr>
        <p:spPr>
          <a:xfrm>
            <a:off x="3402596"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5" name="Google Shape;115;p21"/>
          <p:cNvSpPr txBox="1">
            <a:spLocks noGrp="1"/>
          </p:cNvSpPr>
          <p:nvPr>
            <p:ph type="subTitle" idx="3"/>
          </p:nvPr>
        </p:nvSpPr>
        <p:spPr>
          <a:xfrm>
            <a:off x="6085198" y="3017801"/>
            <a:ext cx="2338800" cy="8694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1400"/>
              <a:buNone/>
              <a:defRPr/>
            </a:lvl2pPr>
            <a:lvl3pPr lvl="2" algn="ctr" rtl="0">
              <a:lnSpc>
                <a:spcPct val="100000"/>
              </a:lnSpc>
              <a:spcBef>
                <a:spcPts val="1600"/>
              </a:spcBef>
              <a:spcAft>
                <a:spcPts val="0"/>
              </a:spcAft>
              <a:buSzPts val="1400"/>
              <a:buNone/>
              <a:defRPr/>
            </a:lvl3pPr>
            <a:lvl4pPr lvl="3" algn="ctr" rtl="0">
              <a:lnSpc>
                <a:spcPct val="100000"/>
              </a:lnSpc>
              <a:spcBef>
                <a:spcPts val="1600"/>
              </a:spcBef>
              <a:spcAft>
                <a:spcPts val="0"/>
              </a:spcAft>
              <a:buSzPts val="1400"/>
              <a:buNone/>
              <a:defRPr/>
            </a:lvl4pPr>
            <a:lvl5pPr lvl="4" algn="ctr" rtl="0">
              <a:lnSpc>
                <a:spcPct val="100000"/>
              </a:lnSpc>
              <a:spcBef>
                <a:spcPts val="1600"/>
              </a:spcBef>
              <a:spcAft>
                <a:spcPts val="0"/>
              </a:spcAft>
              <a:buSzPts val="1400"/>
              <a:buNone/>
              <a:defRPr/>
            </a:lvl5pPr>
            <a:lvl6pPr lvl="5" algn="ctr" rtl="0">
              <a:lnSpc>
                <a:spcPct val="100000"/>
              </a:lnSpc>
              <a:spcBef>
                <a:spcPts val="1600"/>
              </a:spcBef>
              <a:spcAft>
                <a:spcPts val="0"/>
              </a:spcAft>
              <a:buSzPts val="1400"/>
              <a:buNone/>
              <a:defRPr/>
            </a:lvl6pPr>
            <a:lvl7pPr lvl="6" algn="ctr" rtl="0">
              <a:lnSpc>
                <a:spcPct val="100000"/>
              </a:lnSpc>
              <a:spcBef>
                <a:spcPts val="1600"/>
              </a:spcBef>
              <a:spcAft>
                <a:spcPts val="0"/>
              </a:spcAft>
              <a:buSzPts val="1400"/>
              <a:buNone/>
              <a:defRPr/>
            </a:lvl7pPr>
            <a:lvl8pPr lvl="7" algn="ctr" rtl="0">
              <a:lnSpc>
                <a:spcPct val="100000"/>
              </a:lnSpc>
              <a:spcBef>
                <a:spcPts val="1600"/>
              </a:spcBef>
              <a:spcAft>
                <a:spcPts val="0"/>
              </a:spcAft>
              <a:buSzPts val="1400"/>
              <a:buNone/>
              <a:defRPr/>
            </a:lvl8pPr>
            <a:lvl9pPr lvl="8" algn="ctr" rtl="0">
              <a:lnSpc>
                <a:spcPct val="100000"/>
              </a:lnSpc>
              <a:spcBef>
                <a:spcPts val="1600"/>
              </a:spcBef>
              <a:spcAft>
                <a:spcPts val="1600"/>
              </a:spcAft>
              <a:buSzPts val="1400"/>
              <a:buNone/>
              <a:defRPr/>
            </a:lvl9pPr>
          </a:lstStyle>
          <a:p>
            <a:endParaRPr/>
          </a:p>
        </p:txBody>
      </p:sp>
      <p:sp>
        <p:nvSpPr>
          <p:cNvPr id="116" name="Google Shape;116;p21"/>
          <p:cNvSpPr txBox="1">
            <a:spLocks noGrp="1"/>
          </p:cNvSpPr>
          <p:nvPr>
            <p:ph type="subTitle" idx="4"/>
          </p:nvPr>
        </p:nvSpPr>
        <p:spPr>
          <a:xfrm>
            <a:off x="720000"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7" name="Google Shape;117;p21"/>
          <p:cNvSpPr txBox="1">
            <a:spLocks noGrp="1"/>
          </p:cNvSpPr>
          <p:nvPr>
            <p:ph type="subTitle" idx="5"/>
          </p:nvPr>
        </p:nvSpPr>
        <p:spPr>
          <a:xfrm>
            <a:off x="3402600"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118" name="Google Shape;118;p21"/>
          <p:cNvSpPr txBox="1">
            <a:spLocks noGrp="1"/>
          </p:cNvSpPr>
          <p:nvPr>
            <p:ph type="subTitle" idx="6"/>
          </p:nvPr>
        </p:nvSpPr>
        <p:spPr>
          <a:xfrm>
            <a:off x="6085199" y="2563225"/>
            <a:ext cx="2338800" cy="527700"/>
          </a:xfrm>
          <a:prstGeom prst="rect">
            <a:avLst/>
          </a:prstGeom>
        </p:spPr>
        <p:txBody>
          <a:bodyPr spcFirstLastPara="1" wrap="square" lIns="91425" tIns="91425" rIns="91425" bIns="91425" anchor="b" anchorCtr="0">
            <a:noAutofit/>
          </a:bodyPr>
          <a:lstStyle>
            <a:lvl1pPr lvl="0" algn="ctr" rtl="0">
              <a:lnSpc>
                <a:spcPct val="100000"/>
              </a:lnSpc>
              <a:spcBef>
                <a:spcPts val="0"/>
              </a:spcBef>
              <a:spcAft>
                <a:spcPts val="0"/>
              </a:spcAft>
              <a:buSzPts val="2400"/>
              <a:buFont typeface="Bebas Neue"/>
              <a:buNone/>
              <a:defRPr sz="2200">
                <a:solidFill>
                  <a:schemeClr val="dk1"/>
                </a:solidFill>
                <a:latin typeface="Alata"/>
                <a:ea typeface="Alata"/>
                <a:cs typeface="Alata"/>
                <a:sym typeface="Alata"/>
              </a:defRPr>
            </a:lvl1pPr>
            <a:lvl2pPr lvl="1" algn="ctr"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algn="ctr"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algn="ctr"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algn="ctr"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algn="ctr"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algn="ctr"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algn="ctr"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algn="ctr"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pic>
        <p:nvPicPr>
          <p:cNvPr id="119" name="Google Shape;119;p21"/>
          <p:cNvPicPr preferRelativeResize="0"/>
          <p:nvPr/>
        </p:nvPicPr>
        <p:blipFill>
          <a:blip r:embed="rId2">
            <a:alphaModFix/>
          </a:blip>
          <a:stretch>
            <a:fillRect/>
          </a:stretch>
        </p:blipFill>
        <p:spPr>
          <a:xfrm rot="5400000">
            <a:off x="8158750" y="4471375"/>
            <a:ext cx="265251" cy="265251"/>
          </a:xfrm>
          <a:prstGeom prst="rect">
            <a:avLst/>
          </a:prstGeom>
          <a:noFill/>
          <a:ln>
            <a:noFill/>
          </a:ln>
        </p:spPr>
      </p:pic>
      <p:cxnSp>
        <p:nvCxnSpPr>
          <p:cNvPr id="120" name="Google Shape;120;p21"/>
          <p:cNvCxnSpPr>
            <a:endCxn id="119" idx="2"/>
          </p:cNvCxnSpPr>
          <p:nvPr/>
        </p:nvCxnSpPr>
        <p:spPr>
          <a:xfrm>
            <a:off x="11650" y="4604000"/>
            <a:ext cx="8147100" cy="0"/>
          </a:xfrm>
          <a:prstGeom prst="straightConnector1">
            <a:avLst/>
          </a:prstGeom>
          <a:noFill/>
          <a:ln w="9525" cap="flat" cmpd="sng">
            <a:solidFill>
              <a:schemeClr val="dk1"/>
            </a:solidFill>
            <a:prstDash val="solid"/>
            <a:round/>
            <a:headEnd type="none" w="med" len="med"/>
            <a:tailEnd type="none" w="med" len="med"/>
          </a:ln>
        </p:spPr>
      </p:cxn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207"/>
        <p:cNvGrpSpPr/>
        <p:nvPr/>
      </p:nvGrpSpPr>
      <p:grpSpPr>
        <a:xfrm>
          <a:off x="0" y="0"/>
          <a:ext cx="0" cy="0"/>
          <a:chOff x="0" y="0"/>
          <a:chExt cx="0" cy="0"/>
        </a:xfrm>
      </p:grpSpPr>
      <p:pic>
        <p:nvPicPr>
          <p:cNvPr id="208" name="Google Shape;208;p31"/>
          <p:cNvPicPr preferRelativeResize="0"/>
          <p:nvPr/>
        </p:nvPicPr>
        <p:blipFill>
          <a:blip r:embed="rId2">
            <a:alphaModFix/>
          </a:blip>
          <a:stretch>
            <a:fillRect/>
          </a:stretch>
        </p:blipFill>
        <p:spPr>
          <a:xfrm>
            <a:off x="580600" y="539500"/>
            <a:ext cx="265251" cy="265251"/>
          </a:xfrm>
          <a:prstGeom prst="rect">
            <a:avLst/>
          </a:prstGeom>
          <a:noFill/>
          <a:ln>
            <a:noFill/>
          </a:ln>
        </p:spPr>
      </p:pic>
      <p:cxnSp>
        <p:nvCxnSpPr>
          <p:cNvPr id="209" name="Google Shape;209;p31"/>
          <p:cNvCxnSpPr>
            <a:stCxn id="208" idx="2"/>
            <a:endCxn id="210" idx="2"/>
          </p:cNvCxnSpPr>
          <p:nvPr/>
        </p:nvCxnSpPr>
        <p:spPr>
          <a:xfrm>
            <a:off x="713225" y="804751"/>
            <a:ext cx="0" cy="3534000"/>
          </a:xfrm>
          <a:prstGeom prst="straightConnector1">
            <a:avLst/>
          </a:prstGeom>
          <a:noFill/>
          <a:ln w="9525" cap="flat" cmpd="sng">
            <a:solidFill>
              <a:schemeClr val="dk1"/>
            </a:solidFill>
            <a:prstDash val="solid"/>
            <a:round/>
            <a:headEnd type="none" w="med" len="med"/>
            <a:tailEnd type="none" w="med" len="med"/>
          </a:ln>
        </p:spPr>
      </p:cxnSp>
      <p:pic>
        <p:nvPicPr>
          <p:cNvPr id="210" name="Google Shape;210;p31"/>
          <p:cNvPicPr preferRelativeResize="0"/>
          <p:nvPr/>
        </p:nvPicPr>
        <p:blipFill>
          <a:blip r:embed="rId2">
            <a:alphaModFix/>
          </a:blip>
          <a:stretch>
            <a:fillRect/>
          </a:stretch>
        </p:blipFill>
        <p:spPr>
          <a:xfrm rot="10800000">
            <a:off x="580600" y="4338750"/>
            <a:ext cx="265251" cy="265251"/>
          </a:xfrm>
          <a:prstGeom prst="rect">
            <a:avLst/>
          </a:prstGeom>
          <a:noFill/>
          <a:ln>
            <a:noFill/>
          </a:ln>
        </p:spPr>
      </p:pic>
      <p:pic>
        <p:nvPicPr>
          <p:cNvPr id="211" name="Google Shape;211;p31"/>
          <p:cNvPicPr preferRelativeResize="0"/>
          <p:nvPr/>
        </p:nvPicPr>
        <p:blipFill>
          <a:blip r:embed="rId2">
            <a:alphaModFix/>
          </a:blip>
          <a:stretch>
            <a:fillRect/>
          </a:stretch>
        </p:blipFill>
        <p:spPr>
          <a:xfrm>
            <a:off x="8298150" y="539500"/>
            <a:ext cx="265251" cy="265251"/>
          </a:xfrm>
          <a:prstGeom prst="rect">
            <a:avLst/>
          </a:prstGeom>
          <a:noFill/>
          <a:ln>
            <a:noFill/>
          </a:ln>
        </p:spPr>
      </p:pic>
      <p:cxnSp>
        <p:nvCxnSpPr>
          <p:cNvPr id="212" name="Google Shape;212;p31"/>
          <p:cNvCxnSpPr>
            <a:stCxn id="211" idx="2"/>
            <a:endCxn id="213" idx="2"/>
          </p:cNvCxnSpPr>
          <p:nvPr/>
        </p:nvCxnSpPr>
        <p:spPr>
          <a:xfrm>
            <a:off x="8430775" y="804751"/>
            <a:ext cx="0" cy="3534000"/>
          </a:xfrm>
          <a:prstGeom prst="straightConnector1">
            <a:avLst/>
          </a:prstGeom>
          <a:noFill/>
          <a:ln w="9525" cap="flat" cmpd="sng">
            <a:solidFill>
              <a:schemeClr val="dk1"/>
            </a:solidFill>
            <a:prstDash val="solid"/>
            <a:round/>
            <a:headEnd type="none" w="med" len="med"/>
            <a:tailEnd type="none" w="med" len="med"/>
          </a:ln>
        </p:spPr>
      </p:cxnSp>
      <p:pic>
        <p:nvPicPr>
          <p:cNvPr id="213" name="Google Shape;213;p31"/>
          <p:cNvPicPr preferRelativeResize="0"/>
          <p:nvPr/>
        </p:nvPicPr>
        <p:blipFill>
          <a:blip r:embed="rId2">
            <a:alphaModFix/>
          </a:blip>
          <a:stretch>
            <a:fillRect/>
          </a:stretch>
        </p:blipFill>
        <p:spPr>
          <a:xfrm rot="10800000">
            <a:off x="8298150" y="4338750"/>
            <a:ext cx="265251" cy="26525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214"/>
        <p:cNvGrpSpPr/>
        <p:nvPr/>
      </p:nvGrpSpPr>
      <p:grpSpPr>
        <a:xfrm>
          <a:off x="0" y="0"/>
          <a:ext cx="0" cy="0"/>
          <a:chOff x="0" y="0"/>
          <a:chExt cx="0" cy="0"/>
        </a:xfrm>
      </p:grpSpPr>
      <p:pic>
        <p:nvPicPr>
          <p:cNvPr id="215" name="Google Shape;215;p32"/>
          <p:cNvPicPr preferRelativeResize="0"/>
          <p:nvPr/>
        </p:nvPicPr>
        <p:blipFill>
          <a:blip r:embed="rId2">
            <a:alphaModFix/>
          </a:blip>
          <a:stretch>
            <a:fillRect/>
          </a:stretch>
        </p:blipFill>
        <p:spPr>
          <a:xfrm rot="-5400000">
            <a:off x="580600" y="406875"/>
            <a:ext cx="265251" cy="265251"/>
          </a:xfrm>
          <a:prstGeom prst="rect">
            <a:avLst/>
          </a:prstGeom>
          <a:noFill/>
          <a:ln>
            <a:noFill/>
          </a:ln>
        </p:spPr>
      </p:pic>
      <p:cxnSp>
        <p:nvCxnSpPr>
          <p:cNvPr id="216" name="Google Shape;216;p32"/>
          <p:cNvCxnSpPr>
            <a:stCxn id="215" idx="2"/>
            <a:endCxn id="217" idx="2"/>
          </p:cNvCxnSpPr>
          <p:nvPr/>
        </p:nvCxnSpPr>
        <p:spPr>
          <a:xfrm>
            <a:off x="845851" y="539500"/>
            <a:ext cx="7452300" cy="0"/>
          </a:xfrm>
          <a:prstGeom prst="straightConnector1">
            <a:avLst/>
          </a:prstGeom>
          <a:noFill/>
          <a:ln w="9525" cap="flat" cmpd="sng">
            <a:solidFill>
              <a:schemeClr val="dk1"/>
            </a:solidFill>
            <a:prstDash val="solid"/>
            <a:round/>
            <a:headEnd type="none" w="med" len="med"/>
            <a:tailEnd type="none" w="med" len="med"/>
          </a:ln>
        </p:spPr>
      </p:cxnSp>
      <p:pic>
        <p:nvPicPr>
          <p:cNvPr id="217" name="Google Shape;217;p32"/>
          <p:cNvPicPr preferRelativeResize="0"/>
          <p:nvPr/>
        </p:nvPicPr>
        <p:blipFill>
          <a:blip r:embed="rId2">
            <a:alphaModFix/>
          </a:blip>
          <a:stretch>
            <a:fillRect/>
          </a:stretch>
        </p:blipFill>
        <p:spPr>
          <a:xfrm rot="5400000">
            <a:off x="8298150" y="406875"/>
            <a:ext cx="265251" cy="265251"/>
          </a:xfrm>
          <a:prstGeom prst="rect">
            <a:avLst/>
          </a:prstGeom>
          <a:noFill/>
          <a:ln>
            <a:noFill/>
          </a:ln>
        </p:spPr>
      </p:pic>
      <p:pic>
        <p:nvPicPr>
          <p:cNvPr id="218" name="Google Shape;218;p32"/>
          <p:cNvPicPr preferRelativeResize="0"/>
          <p:nvPr/>
        </p:nvPicPr>
        <p:blipFill>
          <a:blip r:embed="rId2">
            <a:alphaModFix/>
          </a:blip>
          <a:stretch>
            <a:fillRect/>
          </a:stretch>
        </p:blipFill>
        <p:spPr>
          <a:xfrm rot="-5400000">
            <a:off x="580600" y="4471375"/>
            <a:ext cx="265251" cy="265251"/>
          </a:xfrm>
          <a:prstGeom prst="rect">
            <a:avLst/>
          </a:prstGeom>
          <a:noFill/>
          <a:ln>
            <a:noFill/>
          </a:ln>
        </p:spPr>
      </p:pic>
      <p:cxnSp>
        <p:nvCxnSpPr>
          <p:cNvPr id="219" name="Google Shape;219;p32"/>
          <p:cNvCxnSpPr>
            <a:stCxn id="218" idx="2"/>
            <a:endCxn id="220" idx="2"/>
          </p:cNvCxnSpPr>
          <p:nvPr/>
        </p:nvCxnSpPr>
        <p:spPr>
          <a:xfrm>
            <a:off x="845851" y="4604000"/>
            <a:ext cx="7452300" cy="0"/>
          </a:xfrm>
          <a:prstGeom prst="straightConnector1">
            <a:avLst/>
          </a:prstGeom>
          <a:noFill/>
          <a:ln w="9525" cap="flat" cmpd="sng">
            <a:solidFill>
              <a:schemeClr val="dk1"/>
            </a:solidFill>
            <a:prstDash val="solid"/>
            <a:round/>
            <a:headEnd type="none" w="med" len="med"/>
            <a:tailEnd type="none" w="med" len="med"/>
          </a:ln>
        </p:spPr>
      </p:cxnSp>
      <p:pic>
        <p:nvPicPr>
          <p:cNvPr id="220" name="Google Shape;220;p32"/>
          <p:cNvPicPr preferRelativeResize="0"/>
          <p:nvPr/>
        </p:nvPicPr>
        <p:blipFill>
          <a:blip r:embed="rId2">
            <a:alphaModFix/>
          </a:blip>
          <a:stretch>
            <a:fillRect/>
          </a:stretch>
        </p:blipFill>
        <p:spPr>
          <a:xfrm rot="5400000">
            <a:off x="8298150" y="4471375"/>
            <a:ext cx="265251" cy="26525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200"/>
              <a:buFont typeface="Alata"/>
              <a:buNone/>
              <a:defRPr sz="3200">
                <a:solidFill>
                  <a:schemeClr val="dk1"/>
                </a:solidFill>
                <a:latin typeface="Alata"/>
                <a:ea typeface="Alata"/>
                <a:cs typeface="Alata"/>
                <a:sym typeface="Alata"/>
              </a:defRPr>
            </a:lvl1pPr>
            <a:lvl2pPr lvl="1"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2pPr>
            <a:lvl3pPr lvl="2"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3pPr>
            <a:lvl4pPr lvl="3"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4pPr>
            <a:lvl5pPr lvl="4"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5pPr>
            <a:lvl6pPr lvl="5"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6pPr>
            <a:lvl7pPr lvl="6"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7pPr>
            <a:lvl8pPr lvl="7"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8pPr>
            <a:lvl9pPr lvl="8" rtl="0">
              <a:spcBef>
                <a:spcPts val="0"/>
              </a:spcBef>
              <a:spcAft>
                <a:spcPts val="0"/>
              </a:spcAft>
              <a:buClr>
                <a:schemeClr val="dk1"/>
              </a:buClr>
              <a:buSzPts val="3500"/>
              <a:buFont typeface="Bebas Neue"/>
              <a:buNone/>
              <a:defRPr sz="3500">
                <a:solidFill>
                  <a:schemeClr val="dk1"/>
                </a:solidFill>
                <a:latin typeface="Bebas Neue"/>
                <a:ea typeface="Bebas Neue"/>
                <a:cs typeface="Bebas Neue"/>
                <a:sym typeface="Bebas Neue"/>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1pPr>
            <a:lvl2pPr marL="914400" lvl="1"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2pPr>
            <a:lvl3pPr marL="1371600" lvl="2"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3pPr>
            <a:lvl4pPr marL="1828800" lvl="3"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4pPr>
            <a:lvl5pPr marL="2286000" lvl="4"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5pPr>
            <a:lvl6pPr marL="2743200" lvl="5"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6pPr>
            <a:lvl7pPr marL="3200400" lvl="6"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7pPr>
            <a:lvl8pPr marL="3657600" lvl="7" indent="-317500">
              <a:lnSpc>
                <a:spcPct val="100000"/>
              </a:lnSpc>
              <a:spcBef>
                <a:spcPts val="1600"/>
              </a:spcBef>
              <a:spcAft>
                <a:spcPts val="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8pPr>
            <a:lvl9pPr marL="4114800" lvl="8" indent="-317500">
              <a:lnSpc>
                <a:spcPct val="100000"/>
              </a:lnSpc>
              <a:spcBef>
                <a:spcPts val="1600"/>
              </a:spcBef>
              <a:spcAft>
                <a:spcPts val="1600"/>
              </a:spcAft>
              <a:buClr>
                <a:schemeClr val="dk1"/>
              </a:buClr>
              <a:buSzPts val="1400"/>
              <a:buFont typeface="Lexend Deca Light"/>
              <a:buChar char="■"/>
              <a:defRPr>
                <a:solidFill>
                  <a:schemeClr val="dk1"/>
                </a:solidFill>
                <a:latin typeface="Lexend Deca Light"/>
                <a:ea typeface="Lexend Deca Light"/>
                <a:cs typeface="Lexend Deca Light"/>
                <a:sym typeface="Lexend Deca Ligh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8" r:id="rId7"/>
    <p:sldLayoutId id="2147483659" r:id="rId8"/>
    <p:sldLayoutId id="2147483665" r:id="rId9"/>
    <p:sldLayoutId id="2147483666" r:id="rId10"/>
    <p:sldLayoutId id="2147483667" r:id="rId11"/>
    <p:sldLayoutId id="2147483677" r:id="rId12"/>
    <p:sldLayoutId id="2147483678"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6.xml"/><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5.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3.xml"/><Relationship Id="rId5" Type="http://schemas.openxmlformats.org/officeDocument/2006/relationships/image" Target="../media/image21.png"/><Relationship Id="rId4" Type="http://schemas.openxmlformats.org/officeDocument/2006/relationships/image" Target="../media/image20.png"/></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 Id="rId5" Type="http://schemas.openxmlformats.org/officeDocument/2006/relationships/image" Target="../media/image25.png"/><Relationship Id="rId4" Type="http://schemas.openxmlformats.org/officeDocument/2006/relationships/image" Target="../media/image24.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2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 Id="rId5" Type="http://schemas.openxmlformats.org/officeDocument/2006/relationships/image" Target="../media/image33.png"/><Relationship Id="rId4"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 Id="rId5" Type="http://schemas.openxmlformats.org/officeDocument/2006/relationships/image" Target="../media/image37.png"/><Relationship Id="rId4" Type="http://schemas.openxmlformats.org/officeDocument/2006/relationships/image" Target="../media/image36.png"/></Relationships>
</file>

<file path=ppt/slides/_rels/slide2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3.xml"/><Relationship Id="rId5" Type="http://schemas.openxmlformats.org/officeDocument/2006/relationships/image" Target="../media/image41.png"/><Relationship Id="rId4" Type="http://schemas.openxmlformats.org/officeDocument/2006/relationships/image" Target="../media/image40.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22.xml"/><Relationship Id="rId1" Type="http://schemas.openxmlformats.org/officeDocument/2006/relationships/slideLayout" Target="../slideLayouts/slideLayout11.xml"/><Relationship Id="rId4" Type="http://schemas.openxmlformats.org/officeDocument/2006/relationships/image" Target="../media/image44.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4.xml"/><Relationship Id="rId1" Type="http://schemas.openxmlformats.org/officeDocument/2006/relationships/slideLayout" Target="../slideLayouts/slideLayout1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1.xml"/></Relationships>
</file>

<file path=ppt/slides/_rels/slide35.xml.rels><?xml version="1.0" encoding="UTF-8" standalone="yes"?>
<Relationships xmlns="http://schemas.openxmlformats.org/package/2006/relationships"><Relationship Id="rId3" Type="http://schemas.openxmlformats.org/officeDocument/2006/relationships/hyperlink" Target="https://www.kaggle.com/datasets/jimschacko/airlines-dataset-to-predict-a-delay" TargetMode="External"/><Relationship Id="rId2" Type="http://schemas.openxmlformats.org/officeDocument/2006/relationships/notesSlide" Target="../notesSlides/notesSlide29.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0"/>
        <p:cNvGrpSpPr/>
        <p:nvPr/>
      </p:nvGrpSpPr>
      <p:grpSpPr>
        <a:xfrm>
          <a:off x="0" y="0"/>
          <a:ext cx="0" cy="0"/>
          <a:chOff x="0" y="0"/>
          <a:chExt cx="0" cy="0"/>
        </a:xfrm>
      </p:grpSpPr>
      <p:pic>
        <p:nvPicPr>
          <p:cNvPr id="231" name="Google Shape;231;p36"/>
          <p:cNvPicPr preferRelativeResize="0">
            <a:picLocks noGrp="1"/>
          </p:cNvPicPr>
          <p:nvPr>
            <p:ph type="pic" idx="2"/>
          </p:nvPr>
        </p:nvPicPr>
        <p:blipFill rotWithShape="1">
          <a:blip r:embed="rId3">
            <a:alphaModFix/>
          </a:blip>
          <a:srcRect t="11094" r="7817" b="11102"/>
          <a:stretch/>
        </p:blipFill>
        <p:spPr>
          <a:xfrm>
            <a:off x="-50" y="100"/>
            <a:ext cx="9144003" cy="5143501"/>
          </a:xfrm>
          <a:prstGeom prst="rect">
            <a:avLst/>
          </a:prstGeom>
        </p:spPr>
      </p:pic>
      <p:sp>
        <p:nvSpPr>
          <p:cNvPr id="232" name="Google Shape;232;p36"/>
          <p:cNvSpPr/>
          <p:nvPr/>
        </p:nvSpPr>
        <p:spPr>
          <a:xfrm>
            <a:off x="0" y="125"/>
            <a:ext cx="9144000" cy="5143500"/>
          </a:xfrm>
          <a:prstGeom prst="rect">
            <a:avLst/>
          </a:prstGeom>
          <a:gradFill>
            <a:gsLst>
              <a:gs pos="0">
                <a:schemeClr val="lt1">
                  <a:alpha val="49690"/>
                </a:schemeClr>
              </a:gs>
              <a:gs pos="100000">
                <a:srgbClr val="384957">
                  <a:alpha val="0"/>
                  <a:alpha val="49690"/>
                </a:srgbClr>
              </a:gs>
            </a:gsLst>
            <a:lin ang="18900732"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solidFill>
                <a:schemeClr val="dk1"/>
              </a:solidFill>
            </a:endParaRPr>
          </a:p>
        </p:txBody>
      </p:sp>
      <p:sp>
        <p:nvSpPr>
          <p:cNvPr id="233" name="Google Shape;233;p36"/>
          <p:cNvSpPr txBox="1">
            <a:spLocks noGrp="1"/>
          </p:cNvSpPr>
          <p:nvPr>
            <p:ph type="ctrTitle"/>
          </p:nvPr>
        </p:nvSpPr>
        <p:spPr>
          <a:xfrm>
            <a:off x="159648" y="1795833"/>
            <a:ext cx="4879500" cy="118782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b="1" dirty="0"/>
              <a:t>PREDICTING FLIGHT DELAYS</a:t>
            </a:r>
          </a:p>
        </p:txBody>
      </p:sp>
      <p:sp>
        <p:nvSpPr>
          <p:cNvPr id="234" name="Google Shape;234;p36"/>
          <p:cNvSpPr txBox="1">
            <a:spLocks noGrp="1"/>
          </p:cNvSpPr>
          <p:nvPr>
            <p:ph type="subTitle" idx="1"/>
          </p:nvPr>
        </p:nvSpPr>
        <p:spPr>
          <a:xfrm>
            <a:off x="713225" y="3789219"/>
            <a:ext cx="4879500" cy="813256"/>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sz="1200" dirty="0"/>
              <a:t>Prepared BY-</a:t>
            </a:r>
          </a:p>
          <a:p>
            <a:pPr marL="0" lvl="0" indent="0" algn="l" rtl="0">
              <a:spcBef>
                <a:spcPts val="0"/>
              </a:spcBef>
              <a:spcAft>
                <a:spcPts val="0"/>
              </a:spcAft>
              <a:buNone/>
            </a:pPr>
            <a:r>
              <a:rPr lang="en-US" sz="1200" dirty="0"/>
              <a:t>ISHIKA BIGALA – UIN 650009824</a:t>
            </a:r>
          </a:p>
          <a:p>
            <a:pPr marL="0" lvl="0" indent="0" algn="l" rtl="0">
              <a:spcBef>
                <a:spcPts val="0"/>
              </a:spcBef>
              <a:spcAft>
                <a:spcPts val="0"/>
              </a:spcAft>
              <a:buNone/>
            </a:pPr>
            <a:r>
              <a:rPr lang="en-US" sz="1200" dirty="0"/>
              <a:t>SANJANA RAJESH PISAL – UIN 667084283   </a:t>
            </a:r>
            <a:r>
              <a:rPr lang="en-US" dirty="0"/>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  </a:t>
            </a:r>
          </a:p>
          <a:p>
            <a:pPr marL="0" lvl="0" indent="0" algn="l" rtl="0">
              <a:spcBef>
                <a:spcPts val="0"/>
              </a:spcBef>
              <a:spcAft>
                <a:spcPts val="0"/>
              </a:spcAft>
              <a:buNone/>
            </a:pPr>
            <a:endParaRPr dirty="0"/>
          </a:p>
        </p:txBody>
      </p:sp>
      <p:cxnSp>
        <p:nvCxnSpPr>
          <p:cNvPr id="237" name="Google Shape;237;p36"/>
          <p:cNvCxnSpPr>
            <a:cxnSpLocks/>
            <a:endCxn id="238" idx="2"/>
          </p:cNvCxnSpPr>
          <p:nvPr/>
        </p:nvCxnSpPr>
        <p:spPr>
          <a:xfrm>
            <a:off x="721325" y="4604000"/>
            <a:ext cx="7444200" cy="0"/>
          </a:xfrm>
          <a:prstGeom prst="straightConnector1">
            <a:avLst/>
          </a:prstGeom>
          <a:noFill/>
          <a:ln w="9525" cap="flat" cmpd="sng">
            <a:solidFill>
              <a:schemeClr val="dk1"/>
            </a:solidFill>
            <a:prstDash val="solid"/>
            <a:round/>
            <a:headEnd type="none" w="med" len="med"/>
            <a:tailEnd type="none" w="med" len="med"/>
          </a:ln>
        </p:spPr>
      </p:cxnSp>
      <p:pic>
        <p:nvPicPr>
          <p:cNvPr id="238" name="Google Shape;238;p36"/>
          <p:cNvPicPr preferRelativeResize="0"/>
          <p:nvPr/>
        </p:nvPicPr>
        <p:blipFill>
          <a:blip r:embed="rId4">
            <a:alphaModFix/>
          </a:blip>
          <a:stretch>
            <a:fillRect/>
          </a:stretch>
        </p:blipFill>
        <p:spPr>
          <a:xfrm rot="5400000">
            <a:off x="8165525" y="4471375"/>
            <a:ext cx="265251" cy="265251"/>
          </a:xfrm>
          <a:prstGeom prst="rect">
            <a:avLst/>
          </a:prstGeom>
          <a:noFill/>
          <a:ln>
            <a:noFill/>
          </a:ln>
        </p:spPr>
      </p:pic>
      <p:pic>
        <p:nvPicPr>
          <p:cNvPr id="3" name="Picture 2" descr="Blue text on a white background">
            <a:extLst>
              <a:ext uri="{FF2B5EF4-FFF2-40B4-BE49-F238E27FC236}">
                <a16:creationId xmlns:a16="http://schemas.microsoft.com/office/drawing/2014/main" id="{0968EE28-DEFF-D081-5903-08B4A21A2C8F}"/>
              </a:ext>
            </a:extLst>
          </p:cNvPr>
          <p:cNvPicPr>
            <a:picLocks noChangeAspect="1"/>
          </p:cNvPicPr>
          <p:nvPr/>
        </p:nvPicPr>
        <p:blipFill>
          <a:blip r:embed="rId5"/>
          <a:stretch>
            <a:fillRect/>
          </a:stretch>
        </p:blipFill>
        <p:spPr>
          <a:xfrm>
            <a:off x="7310873" y="117678"/>
            <a:ext cx="1709304" cy="685884"/>
          </a:xfrm>
          <a:prstGeom prst="rect">
            <a:avLst/>
          </a:prstGeom>
        </p:spPr>
      </p:pic>
      <p:cxnSp>
        <p:nvCxnSpPr>
          <p:cNvPr id="4" name="Google Shape;237;p36">
            <a:extLst>
              <a:ext uri="{FF2B5EF4-FFF2-40B4-BE49-F238E27FC236}">
                <a16:creationId xmlns:a16="http://schemas.microsoft.com/office/drawing/2014/main" id="{683DE052-4122-B977-86C0-1112E319A8BB}"/>
              </a:ext>
            </a:extLst>
          </p:cNvPr>
          <p:cNvCxnSpPr>
            <a:cxnSpLocks/>
          </p:cNvCxnSpPr>
          <p:nvPr/>
        </p:nvCxnSpPr>
        <p:spPr>
          <a:xfrm>
            <a:off x="1364673" y="475346"/>
            <a:ext cx="5862888" cy="0"/>
          </a:xfrm>
          <a:prstGeom prst="straightConnector1">
            <a:avLst/>
          </a:prstGeom>
          <a:noFill/>
          <a:ln w="9525" cap="flat" cmpd="sng">
            <a:solidFill>
              <a:schemeClr val="dk1"/>
            </a:solidFill>
            <a:prstDash val="solid"/>
            <a:round/>
            <a:headEnd type="none" w="med" len="med"/>
            <a:tailEnd type="none" w="med" len="med"/>
          </a:ln>
        </p:spPr>
      </p:cxnSp>
      <p:pic>
        <p:nvPicPr>
          <p:cNvPr id="7" name="Google Shape;238;p36">
            <a:extLst>
              <a:ext uri="{FF2B5EF4-FFF2-40B4-BE49-F238E27FC236}">
                <a16:creationId xmlns:a16="http://schemas.microsoft.com/office/drawing/2014/main" id="{B0C45DAB-1897-E8AD-D8B9-305AB9029080}"/>
              </a:ext>
            </a:extLst>
          </p:cNvPr>
          <p:cNvPicPr preferRelativeResize="0"/>
          <p:nvPr/>
        </p:nvPicPr>
        <p:blipFill>
          <a:blip r:embed="rId4">
            <a:alphaModFix/>
          </a:blip>
          <a:stretch>
            <a:fillRect/>
          </a:stretch>
        </p:blipFill>
        <p:spPr>
          <a:xfrm rot="16200000">
            <a:off x="1099375" y="342720"/>
            <a:ext cx="265251" cy="2652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384957"/>
        </a:solidFill>
        <a:effectLst/>
      </p:bgPr>
    </p:bg>
    <p:spTree>
      <p:nvGrpSpPr>
        <p:cNvPr id="1" name="Shape 242"/>
        <p:cNvGrpSpPr/>
        <p:nvPr/>
      </p:nvGrpSpPr>
      <p:grpSpPr>
        <a:xfrm>
          <a:off x="0" y="0"/>
          <a:ext cx="0" cy="0"/>
          <a:chOff x="0" y="0"/>
          <a:chExt cx="0" cy="0"/>
        </a:xfrm>
      </p:grpSpPr>
      <p:sp>
        <p:nvSpPr>
          <p:cNvPr id="243" name="Google Shape;243;p37"/>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TABLE OF CONTENTS</a:t>
            </a:r>
          </a:p>
        </p:txBody>
      </p:sp>
      <p:sp>
        <p:nvSpPr>
          <p:cNvPr id="3" name="TextBox 2">
            <a:extLst>
              <a:ext uri="{FF2B5EF4-FFF2-40B4-BE49-F238E27FC236}">
                <a16:creationId xmlns:a16="http://schemas.microsoft.com/office/drawing/2014/main" id="{D341CB01-0BD9-FF0B-9C0A-A36EA5C49C30}"/>
              </a:ext>
            </a:extLst>
          </p:cNvPr>
          <p:cNvSpPr txBox="1"/>
          <p:nvPr/>
        </p:nvSpPr>
        <p:spPr>
          <a:xfrm>
            <a:off x="720000" y="1017725"/>
            <a:ext cx="7484200" cy="4401205"/>
          </a:xfrm>
          <a:prstGeom prst="rect">
            <a:avLst/>
          </a:prstGeom>
          <a:noFill/>
        </p:spPr>
        <p:txBody>
          <a:bodyPr wrap="square" rtlCol="0">
            <a:spAutoFit/>
          </a:bodyPr>
          <a:lstStyle/>
          <a:p>
            <a:pPr>
              <a:lnSpc>
                <a:spcPct val="150000"/>
              </a:lnSpc>
            </a:pPr>
            <a:r>
              <a:rPr lang="en-IN" dirty="0">
                <a:solidFill>
                  <a:schemeClr val="tx1"/>
                </a:solidFill>
                <a:latin typeface="Alata" panose="020B0604020202020204" charset="0"/>
                <a:cs typeface="Alata" panose="020B0604020202020204" charset="0"/>
              </a:rPr>
              <a:t>1. Abstract </a:t>
            </a:r>
          </a:p>
          <a:p>
            <a:pPr>
              <a:lnSpc>
                <a:spcPct val="150000"/>
              </a:lnSpc>
            </a:pPr>
            <a:r>
              <a:rPr lang="en-IN" dirty="0">
                <a:solidFill>
                  <a:schemeClr val="tx1"/>
                </a:solidFill>
                <a:latin typeface="Alata" panose="020B0604020202020204" charset="0"/>
                <a:cs typeface="Alata" panose="020B0604020202020204" charset="0"/>
              </a:rPr>
              <a:t>2. Problem Statement</a:t>
            </a:r>
          </a:p>
          <a:p>
            <a:pPr>
              <a:lnSpc>
                <a:spcPct val="150000"/>
              </a:lnSpc>
            </a:pPr>
            <a:r>
              <a:rPr lang="en-IN" dirty="0">
                <a:solidFill>
                  <a:schemeClr val="tx1"/>
                </a:solidFill>
                <a:latin typeface="Alata" panose="020B0604020202020204" charset="0"/>
                <a:cs typeface="Alata" panose="020B0604020202020204" charset="0"/>
              </a:rPr>
              <a:t>3. Project Goals</a:t>
            </a:r>
          </a:p>
          <a:p>
            <a:pPr>
              <a:lnSpc>
                <a:spcPct val="150000"/>
              </a:lnSpc>
            </a:pPr>
            <a:r>
              <a:rPr lang="en-IN" dirty="0">
                <a:solidFill>
                  <a:schemeClr val="tx1"/>
                </a:solidFill>
                <a:latin typeface="Alata" panose="020B0604020202020204" charset="0"/>
                <a:cs typeface="Alata" panose="020B0604020202020204" charset="0"/>
              </a:rPr>
              <a:t>4. Dataset Description</a:t>
            </a:r>
          </a:p>
          <a:p>
            <a:pPr>
              <a:lnSpc>
                <a:spcPct val="150000"/>
              </a:lnSpc>
            </a:pPr>
            <a:r>
              <a:rPr lang="en-IN" dirty="0">
                <a:solidFill>
                  <a:schemeClr val="tx1"/>
                </a:solidFill>
                <a:latin typeface="Alata" panose="020B0604020202020204" charset="0"/>
                <a:cs typeface="Alata" panose="020B0604020202020204" charset="0"/>
              </a:rPr>
              <a:t>5. Exploratory Data Analysis</a:t>
            </a:r>
          </a:p>
          <a:p>
            <a:pPr>
              <a:lnSpc>
                <a:spcPct val="150000"/>
              </a:lnSpc>
            </a:pPr>
            <a:r>
              <a:rPr lang="en-IN" dirty="0">
                <a:solidFill>
                  <a:schemeClr val="tx1"/>
                </a:solidFill>
                <a:latin typeface="Alata" panose="020B0604020202020204" charset="0"/>
                <a:cs typeface="Alata" panose="020B0604020202020204" charset="0"/>
              </a:rPr>
              <a:t>6. Statistical Tests And Plots </a:t>
            </a:r>
          </a:p>
          <a:p>
            <a:pPr>
              <a:lnSpc>
                <a:spcPct val="150000"/>
              </a:lnSpc>
            </a:pPr>
            <a:r>
              <a:rPr lang="en-IN" dirty="0">
                <a:solidFill>
                  <a:schemeClr val="tx1"/>
                </a:solidFill>
                <a:latin typeface="Alata" panose="020B0604020202020204" charset="0"/>
                <a:cs typeface="Alata" panose="020B0604020202020204" charset="0"/>
              </a:rPr>
              <a:t>7. Confusion Matrix And Statistical Analysis</a:t>
            </a:r>
          </a:p>
          <a:p>
            <a:pPr>
              <a:lnSpc>
                <a:spcPct val="150000"/>
              </a:lnSpc>
            </a:pPr>
            <a:r>
              <a:rPr lang="en-IN" dirty="0">
                <a:solidFill>
                  <a:schemeClr val="tx1"/>
                </a:solidFill>
                <a:latin typeface="Alata" panose="020B0604020202020204" charset="0"/>
                <a:cs typeface="Alata" panose="020B0604020202020204" charset="0"/>
              </a:rPr>
              <a:t>8. Training Performance And Learning Curves </a:t>
            </a:r>
          </a:p>
          <a:p>
            <a:pPr>
              <a:lnSpc>
                <a:spcPct val="150000"/>
              </a:lnSpc>
            </a:pPr>
            <a:r>
              <a:rPr lang="en-IN" dirty="0">
                <a:solidFill>
                  <a:schemeClr val="tx1"/>
                </a:solidFill>
                <a:latin typeface="Alata" panose="020B0604020202020204" charset="0"/>
                <a:cs typeface="Alata" panose="020B0604020202020204" charset="0"/>
              </a:rPr>
              <a:t>9. Comparative Evaluation Of ML Models </a:t>
            </a:r>
          </a:p>
          <a:p>
            <a:pPr>
              <a:lnSpc>
                <a:spcPct val="150000"/>
              </a:lnSpc>
            </a:pPr>
            <a:r>
              <a:rPr lang="en-IN" dirty="0">
                <a:solidFill>
                  <a:schemeClr val="tx1"/>
                </a:solidFill>
                <a:latin typeface="Alata" panose="020B0604020202020204" charset="0"/>
                <a:cs typeface="Alata" panose="020B0604020202020204" charset="0"/>
              </a:rPr>
              <a:t>10. Conclusion </a:t>
            </a:r>
          </a:p>
          <a:p>
            <a:pPr>
              <a:lnSpc>
                <a:spcPct val="150000"/>
              </a:lnSpc>
            </a:pPr>
            <a:r>
              <a:rPr lang="en-IN" dirty="0">
                <a:solidFill>
                  <a:schemeClr val="tx1"/>
                </a:solidFill>
                <a:latin typeface="Alata" panose="020B0604020202020204" charset="0"/>
                <a:cs typeface="Alata" panose="020B0604020202020204" charset="0"/>
              </a:rPr>
              <a:t>11. Recommendations</a:t>
            </a:r>
          </a:p>
          <a:p>
            <a:pPr>
              <a:lnSpc>
                <a:spcPct val="150000"/>
              </a:lnSpc>
            </a:pPr>
            <a:r>
              <a:rPr lang="en-IN" dirty="0">
                <a:solidFill>
                  <a:schemeClr val="tx1"/>
                </a:solidFill>
                <a:latin typeface="Alata" panose="020B0604020202020204" charset="0"/>
                <a:cs typeface="Alata" panose="020B0604020202020204" charset="0"/>
              </a:rPr>
              <a:t>12. Future Work And References </a:t>
            </a:r>
          </a:p>
          <a:p>
            <a:endParaRPr lang="en-IN" dirty="0"/>
          </a:p>
          <a:p>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84957"/>
        </a:solidFill>
        <a:effectLst/>
      </p:bgPr>
    </p:bg>
    <p:spTree>
      <p:nvGrpSpPr>
        <p:cNvPr id="1" name="Shape 251"/>
        <p:cNvGrpSpPr/>
        <p:nvPr/>
      </p:nvGrpSpPr>
      <p:grpSpPr>
        <a:xfrm>
          <a:off x="0" y="0"/>
          <a:ext cx="0" cy="0"/>
          <a:chOff x="0" y="0"/>
          <a:chExt cx="0" cy="0"/>
        </a:xfrm>
      </p:grpSpPr>
      <p:pic>
        <p:nvPicPr>
          <p:cNvPr id="252" name="Google Shape;252;p38"/>
          <p:cNvPicPr preferRelativeResize="0">
            <a:picLocks noGrp="1"/>
          </p:cNvPicPr>
          <p:nvPr>
            <p:ph type="pic" idx="16"/>
          </p:nvPr>
        </p:nvPicPr>
        <p:blipFill rotWithShape="1">
          <a:blip r:embed="rId3">
            <a:alphaModFix/>
          </a:blip>
          <a:srcRect l="4983" r="33341"/>
          <a:stretch/>
        </p:blipFill>
        <p:spPr>
          <a:xfrm>
            <a:off x="5971900" y="0"/>
            <a:ext cx="3172200" cy="5143500"/>
          </a:xfrm>
          <a:prstGeom prst="rect">
            <a:avLst/>
          </a:prstGeom>
        </p:spPr>
      </p:pic>
      <p:sp>
        <p:nvSpPr>
          <p:cNvPr id="253" name="Google Shape;253;p38"/>
          <p:cNvSpPr/>
          <p:nvPr/>
        </p:nvSpPr>
        <p:spPr>
          <a:xfrm>
            <a:off x="5900882" y="3350"/>
            <a:ext cx="2529900" cy="5143500"/>
          </a:xfrm>
          <a:prstGeom prst="rect">
            <a:avLst/>
          </a:prstGeom>
          <a:gradFill>
            <a:gsLst>
              <a:gs pos="0">
                <a:schemeClr val="lt1"/>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 name="Google Shape;267;p38"/>
          <p:cNvSpPr/>
          <p:nvPr/>
        </p:nvSpPr>
        <p:spPr>
          <a:xfrm>
            <a:off x="5786224" y="3350"/>
            <a:ext cx="8352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 name="Title 2">
            <a:extLst>
              <a:ext uri="{FF2B5EF4-FFF2-40B4-BE49-F238E27FC236}">
                <a16:creationId xmlns:a16="http://schemas.microsoft.com/office/drawing/2014/main" id="{AF1D3B90-DCF5-9B7C-8FD5-DB85FF7FFD3A}"/>
              </a:ext>
            </a:extLst>
          </p:cNvPr>
          <p:cNvSpPr>
            <a:spLocks noGrp="1"/>
          </p:cNvSpPr>
          <p:nvPr>
            <p:ph type="title"/>
          </p:nvPr>
        </p:nvSpPr>
        <p:spPr/>
        <p:txBody>
          <a:bodyPr/>
          <a:lstStyle/>
          <a:p>
            <a:r>
              <a:rPr lang="en-US" dirty="0"/>
              <a:t>ABSTRACT</a:t>
            </a:r>
          </a:p>
        </p:txBody>
      </p:sp>
      <p:sp>
        <p:nvSpPr>
          <p:cNvPr id="28" name="TextBox 27">
            <a:extLst>
              <a:ext uri="{FF2B5EF4-FFF2-40B4-BE49-F238E27FC236}">
                <a16:creationId xmlns:a16="http://schemas.microsoft.com/office/drawing/2014/main" id="{FE9F4C9D-7E90-CB6F-75E8-ACE54674805C}"/>
              </a:ext>
            </a:extLst>
          </p:cNvPr>
          <p:cNvSpPr txBox="1"/>
          <p:nvPr/>
        </p:nvSpPr>
        <p:spPr>
          <a:xfrm>
            <a:off x="720000" y="1212273"/>
            <a:ext cx="5066224" cy="2800767"/>
          </a:xfrm>
          <a:prstGeom prst="rect">
            <a:avLst/>
          </a:prstGeom>
          <a:noFill/>
        </p:spPr>
        <p:txBody>
          <a:bodyPr wrap="square" rtlCol="0">
            <a:spAutoFit/>
          </a:bodyPr>
          <a:lstStyle/>
          <a:p>
            <a:r>
              <a:rPr lang="en-US" sz="1800" dirty="0">
                <a:solidFill>
                  <a:schemeClr val="tx1"/>
                </a:solidFill>
                <a:effectLst/>
                <a:latin typeface="Alata" panose="020B0604020202020204" charset="0"/>
                <a:ea typeface="MS Mincho" panose="02020609040205080304" pitchFamily="49" charset="-128"/>
                <a:cs typeface="Alata" panose="020B0604020202020204" charset="0"/>
              </a:rPr>
              <a:t>Flight delays significantly impact passenger experiences and airline operations. This project uses a dataset of over 539,000 records to analyze patterns and build predictive models for flight delays. By leveraging machine learning, we aim to identify delay causes and propose actionable insights to mitigate them.</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pic>
        <p:nvPicPr>
          <p:cNvPr id="272" name="Google Shape;272;p39"/>
          <p:cNvPicPr preferRelativeResize="0">
            <a:picLocks noGrp="1"/>
          </p:cNvPicPr>
          <p:nvPr>
            <p:ph type="pic" idx="2"/>
          </p:nvPr>
        </p:nvPicPr>
        <p:blipFill rotWithShape="1">
          <a:blip r:embed="rId3">
            <a:alphaModFix/>
          </a:blip>
          <a:srcRect t="33853" b="33850"/>
          <a:stretch/>
        </p:blipFill>
        <p:spPr>
          <a:xfrm>
            <a:off x="0" y="3183325"/>
            <a:ext cx="9144003" cy="1968299"/>
          </a:xfrm>
          <a:prstGeom prst="rect">
            <a:avLst/>
          </a:prstGeom>
        </p:spPr>
      </p:pic>
      <p:pic>
        <p:nvPicPr>
          <p:cNvPr id="275" name="Google Shape;275;p39"/>
          <p:cNvPicPr preferRelativeResize="0"/>
          <p:nvPr/>
        </p:nvPicPr>
        <p:blipFill>
          <a:blip r:embed="rId4">
            <a:alphaModFix/>
          </a:blip>
          <a:stretch>
            <a:fillRect/>
          </a:stretch>
        </p:blipFill>
        <p:spPr>
          <a:xfrm rot="5400000">
            <a:off x="7656845" y="1065037"/>
            <a:ext cx="265251" cy="265251"/>
          </a:xfrm>
          <a:prstGeom prst="rect">
            <a:avLst/>
          </a:prstGeom>
          <a:noFill/>
          <a:ln>
            <a:noFill/>
          </a:ln>
        </p:spPr>
      </p:pic>
      <p:pic>
        <p:nvPicPr>
          <p:cNvPr id="276" name="Google Shape;276;p39"/>
          <p:cNvPicPr preferRelativeResize="0"/>
          <p:nvPr/>
        </p:nvPicPr>
        <p:blipFill>
          <a:blip r:embed="rId4">
            <a:alphaModFix/>
          </a:blip>
          <a:stretch>
            <a:fillRect/>
          </a:stretch>
        </p:blipFill>
        <p:spPr>
          <a:xfrm rot="-5400000" flipH="1">
            <a:off x="1346594" y="1065037"/>
            <a:ext cx="265251" cy="265251"/>
          </a:xfrm>
          <a:prstGeom prst="rect">
            <a:avLst/>
          </a:prstGeom>
          <a:noFill/>
          <a:ln>
            <a:noFill/>
          </a:ln>
        </p:spPr>
      </p:pic>
      <p:cxnSp>
        <p:nvCxnSpPr>
          <p:cNvPr id="277" name="Google Shape;277;p39"/>
          <p:cNvCxnSpPr>
            <a:cxnSpLocks/>
          </p:cNvCxnSpPr>
          <p:nvPr/>
        </p:nvCxnSpPr>
        <p:spPr>
          <a:xfrm>
            <a:off x="1611845" y="1197663"/>
            <a:ext cx="6045000" cy="0"/>
          </a:xfrm>
          <a:prstGeom prst="straightConnector1">
            <a:avLst/>
          </a:prstGeom>
          <a:noFill/>
          <a:ln w="9525" cap="flat" cmpd="sng">
            <a:solidFill>
              <a:schemeClr val="dk1"/>
            </a:solidFill>
            <a:prstDash val="solid"/>
            <a:round/>
            <a:headEnd type="none" w="med" len="med"/>
            <a:tailEnd type="none" w="med" len="med"/>
          </a:ln>
        </p:spPr>
      </p:cxnSp>
      <p:sp>
        <p:nvSpPr>
          <p:cNvPr id="278" name="Google Shape;278;p39"/>
          <p:cNvSpPr/>
          <p:nvPr/>
        </p:nvSpPr>
        <p:spPr>
          <a:xfrm rot="5400000">
            <a:off x="3703800" y="-584298"/>
            <a:ext cx="1736400" cy="9144000"/>
          </a:xfrm>
          <a:prstGeom prst="rect">
            <a:avLst/>
          </a:prstGeom>
          <a:gradFill>
            <a:gsLst>
              <a:gs pos="0">
                <a:schemeClr val="lt1"/>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9" name="Google Shape;279;p39"/>
          <p:cNvSpPr/>
          <p:nvPr/>
        </p:nvSpPr>
        <p:spPr>
          <a:xfrm rot="5400000">
            <a:off x="4154398" y="-1149550"/>
            <a:ext cx="835200" cy="91440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 name="Subtitle 2">
            <a:extLst>
              <a:ext uri="{FF2B5EF4-FFF2-40B4-BE49-F238E27FC236}">
                <a16:creationId xmlns:a16="http://schemas.microsoft.com/office/drawing/2014/main" id="{77A68B2C-ECFB-3F54-11B3-8105D2048BD2}"/>
              </a:ext>
            </a:extLst>
          </p:cNvPr>
          <p:cNvSpPr>
            <a:spLocks noGrp="1"/>
          </p:cNvSpPr>
          <p:nvPr>
            <p:ph type="subTitle" idx="1"/>
          </p:nvPr>
        </p:nvSpPr>
        <p:spPr>
          <a:xfrm>
            <a:off x="1969295" y="271865"/>
            <a:ext cx="5241996" cy="684100"/>
          </a:xfrm>
        </p:spPr>
        <p:txBody>
          <a:bodyPr/>
          <a:lstStyle/>
          <a:p>
            <a:r>
              <a:rPr lang="en-US" sz="3200" dirty="0">
                <a:latin typeface="Alata" panose="020B0604020202020204" charset="0"/>
                <a:cs typeface="Alata" panose="020B0604020202020204" charset="0"/>
              </a:rPr>
              <a:t>PROBLEM STATEMENT</a:t>
            </a:r>
          </a:p>
        </p:txBody>
      </p:sp>
      <p:sp>
        <p:nvSpPr>
          <p:cNvPr id="4" name="TextBox 3">
            <a:extLst>
              <a:ext uri="{FF2B5EF4-FFF2-40B4-BE49-F238E27FC236}">
                <a16:creationId xmlns:a16="http://schemas.microsoft.com/office/drawing/2014/main" id="{5F7EEAA2-56AD-02C5-F81A-9538C0407BDC}"/>
              </a:ext>
            </a:extLst>
          </p:cNvPr>
          <p:cNvSpPr txBox="1"/>
          <p:nvPr/>
        </p:nvSpPr>
        <p:spPr>
          <a:xfrm>
            <a:off x="1213244" y="1249040"/>
            <a:ext cx="7124306" cy="1477328"/>
          </a:xfrm>
          <a:prstGeom prst="rect">
            <a:avLst/>
          </a:prstGeom>
          <a:noFill/>
        </p:spPr>
        <p:txBody>
          <a:bodyPr wrap="square" rtlCol="0">
            <a:spAutoFit/>
          </a:bodyPr>
          <a:lstStyle/>
          <a:p>
            <a:br>
              <a:rPr lang="en-US" sz="1800" dirty="0">
                <a:effectLst/>
                <a:latin typeface="Cambria" panose="02040503050406030204" pitchFamily="18" charset="0"/>
                <a:ea typeface="MS Mincho" panose="02020609040205080304" pitchFamily="49" charset="-128"/>
                <a:cs typeface="Times New Roman" panose="02020603050405020304" pitchFamily="18" charset="0"/>
              </a:rPr>
            </a:br>
            <a:r>
              <a:rPr lang="en-US" sz="1800" dirty="0">
                <a:solidFill>
                  <a:schemeClr val="tx1"/>
                </a:solidFill>
                <a:effectLst/>
                <a:latin typeface="Alata" panose="020B0604020202020204" charset="0"/>
                <a:ea typeface="MS Mincho" panose="02020609040205080304" pitchFamily="49" charset="-128"/>
                <a:cs typeface="Alata" panose="020B0604020202020204" charset="0"/>
              </a:rPr>
              <a:t>Flight delays disrupt schedules, increase operational costs, and erode customer satisfaction. With structured historical data, machine learning models can help predict delays, enabling airlines to address root causes and optimize schedules effectively.</a:t>
            </a:r>
            <a:endParaRPr lang="en-US" dirty="0">
              <a:solidFill>
                <a:schemeClr val="tx1"/>
              </a:solidFill>
              <a:latin typeface="Alata" panose="020B0604020202020204" charset="0"/>
              <a:cs typeface="Alata" panose="020B06040202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40"/>
          <p:cNvSpPr txBox="1">
            <a:spLocks noGrp="1"/>
          </p:cNvSpPr>
          <p:nvPr>
            <p:ph type="title"/>
          </p:nvPr>
        </p:nvSpPr>
        <p:spPr>
          <a:xfrm>
            <a:off x="3916050" y="748146"/>
            <a:ext cx="4382100" cy="651163"/>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dirty="0"/>
              <a:t>PROJECT GOALS</a:t>
            </a:r>
            <a:endParaRPr sz="3200" dirty="0"/>
          </a:p>
        </p:txBody>
      </p:sp>
      <p:pic>
        <p:nvPicPr>
          <p:cNvPr id="287" name="Google Shape;287;p40"/>
          <p:cNvPicPr preferRelativeResize="0">
            <a:picLocks noGrp="1"/>
          </p:cNvPicPr>
          <p:nvPr>
            <p:ph type="pic" idx="3"/>
          </p:nvPr>
        </p:nvPicPr>
        <p:blipFill rotWithShape="1">
          <a:blip r:embed="rId3">
            <a:alphaModFix/>
          </a:blip>
          <a:srcRect l="17845" r="17845"/>
          <a:stretch/>
        </p:blipFill>
        <p:spPr>
          <a:xfrm>
            <a:off x="0" y="0"/>
            <a:ext cx="3307800" cy="5143500"/>
          </a:xfrm>
          <a:prstGeom prst="rect">
            <a:avLst/>
          </a:prstGeom>
        </p:spPr>
      </p:pic>
      <p:pic>
        <p:nvPicPr>
          <p:cNvPr id="288" name="Google Shape;288;p40"/>
          <p:cNvPicPr preferRelativeResize="0"/>
          <p:nvPr/>
        </p:nvPicPr>
        <p:blipFill>
          <a:blip r:embed="rId4">
            <a:alphaModFix/>
          </a:blip>
          <a:stretch>
            <a:fillRect/>
          </a:stretch>
        </p:blipFill>
        <p:spPr>
          <a:xfrm rot="5400000">
            <a:off x="8165525" y="406875"/>
            <a:ext cx="265251" cy="265251"/>
          </a:xfrm>
          <a:prstGeom prst="rect">
            <a:avLst/>
          </a:prstGeom>
          <a:noFill/>
          <a:ln>
            <a:noFill/>
          </a:ln>
        </p:spPr>
      </p:pic>
      <p:sp>
        <p:nvSpPr>
          <p:cNvPr id="289" name="Google Shape;289;p40"/>
          <p:cNvSpPr/>
          <p:nvPr/>
        </p:nvSpPr>
        <p:spPr>
          <a:xfrm flipH="1">
            <a:off x="817724" y="3350"/>
            <a:ext cx="2529900" cy="5143500"/>
          </a:xfrm>
          <a:prstGeom prst="rect">
            <a:avLst/>
          </a:prstGeom>
          <a:gradFill>
            <a:gsLst>
              <a:gs pos="0">
                <a:schemeClr val="lt1"/>
              </a:gs>
              <a:gs pos="100000">
                <a:srgbClr val="FFFFFF">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 name="Google Shape;290;p40"/>
          <p:cNvSpPr/>
          <p:nvPr/>
        </p:nvSpPr>
        <p:spPr>
          <a:xfrm flipH="1">
            <a:off x="2627082" y="3350"/>
            <a:ext cx="8352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291" name="Google Shape;291;p40"/>
          <p:cNvCxnSpPr>
            <a:endCxn id="288" idx="2"/>
          </p:cNvCxnSpPr>
          <p:nvPr/>
        </p:nvCxnSpPr>
        <p:spPr>
          <a:xfrm>
            <a:off x="1925" y="539500"/>
            <a:ext cx="8163600" cy="0"/>
          </a:xfrm>
          <a:prstGeom prst="straightConnector1">
            <a:avLst/>
          </a:prstGeom>
          <a:noFill/>
          <a:ln w="9525" cap="flat" cmpd="sng">
            <a:solidFill>
              <a:schemeClr val="dk1"/>
            </a:solidFill>
            <a:prstDash val="solid"/>
            <a:round/>
            <a:headEnd type="none" w="med" len="med"/>
            <a:tailEnd type="none" w="med" len="med"/>
          </a:ln>
        </p:spPr>
      </p:cxnSp>
      <p:sp>
        <p:nvSpPr>
          <p:cNvPr id="6" name="TextBox 5">
            <a:extLst>
              <a:ext uri="{FF2B5EF4-FFF2-40B4-BE49-F238E27FC236}">
                <a16:creationId xmlns:a16="http://schemas.microsoft.com/office/drawing/2014/main" id="{B437841B-5233-39A4-A8FF-E406D4BC1252}"/>
              </a:ext>
            </a:extLst>
          </p:cNvPr>
          <p:cNvSpPr txBox="1"/>
          <p:nvPr/>
        </p:nvSpPr>
        <p:spPr>
          <a:xfrm>
            <a:off x="3671455" y="1450041"/>
            <a:ext cx="4886851" cy="2800767"/>
          </a:xfrm>
          <a:prstGeom prst="rect">
            <a:avLst/>
          </a:prstGeom>
          <a:noFill/>
        </p:spPr>
        <p:txBody>
          <a:bodyPr wrap="square" rtlCol="0">
            <a:spAutoFit/>
          </a:bodyPr>
          <a:lstStyle/>
          <a:p>
            <a:pPr marL="285750" indent="-285750">
              <a:buFont typeface="Wingdings" panose="05000000000000000000" pitchFamily="2" charset="2"/>
              <a:buChar char="Ø"/>
            </a:pPr>
            <a:r>
              <a:rPr lang="en-US" sz="1800" dirty="0">
                <a:solidFill>
                  <a:schemeClr val="tx1"/>
                </a:solidFill>
                <a:effectLst/>
                <a:latin typeface="Alata" panose="020B0604020202020204" charset="0"/>
                <a:ea typeface="MS Mincho" panose="02020609040205080304" pitchFamily="49" charset="-128"/>
                <a:cs typeface="Alata" panose="020B0604020202020204" charset="0"/>
              </a:rPr>
              <a:t>Perform detailed analysis of the flight delay dataset to uncover key trends.</a:t>
            </a:r>
          </a:p>
          <a:p>
            <a:endParaRPr lang="en-US" sz="1800" dirty="0">
              <a:solidFill>
                <a:schemeClr val="tx1"/>
              </a:solidFill>
              <a:effectLst/>
              <a:latin typeface="Alata" panose="020B0604020202020204" charset="0"/>
              <a:ea typeface="MS Mincho" panose="02020609040205080304" pitchFamily="49" charset="-128"/>
              <a:cs typeface="Alata" panose="020B0604020202020204" charset="0"/>
            </a:endParaRPr>
          </a:p>
          <a:p>
            <a:pPr marL="285750" indent="-285750">
              <a:buFont typeface="Wingdings" panose="05000000000000000000" pitchFamily="2" charset="2"/>
              <a:buChar char="Ø"/>
            </a:pPr>
            <a:r>
              <a:rPr lang="en-US" sz="1800" dirty="0">
                <a:solidFill>
                  <a:schemeClr val="tx1"/>
                </a:solidFill>
                <a:effectLst/>
                <a:latin typeface="Alata" panose="020B0604020202020204" charset="0"/>
                <a:ea typeface="MS Mincho" panose="02020609040205080304" pitchFamily="49" charset="-128"/>
                <a:cs typeface="Alata" panose="020B0604020202020204" charset="0"/>
              </a:rPr>
              <a:t>Develop and compare machine learning models to predict delays accurately.</a:t>
            </a:r>
          </a:p>
          <a:p>
            <a:endParaRPr lang="en-US" sz="1800" dirty="0">
              <a:solidFill>
                <a:schemeClr val="tx1"/>
              </a:solidFill>
              <a:latin typeface="Alata" panose="020B0604020202020204" charset="0"/>
              <a:ea typeface="MS Mincho" panose="02020609040205080304" pitchFamily="49" charset="-128"/>
              <a:cs typeface="Alata" panose="020B0604020202020204" charset="0"/>
            </a:endParaRPr>
          </a:p>
          <a:p>
            <a:pPr marL="285750" indent="-285750">
              <a:buFont typeface="Wingdings" panose="05000000000000000000" pitchFamily="2" charset="2"/>
              <a:buChar char="Ø"/>
            </a:pPr>
            <a:r>
              <a:rPr lang="en-US" sz="1800" dirty="0">
                <a:solidFill>
                  <a:schemeClr val="tx1"/>
                </a:solidFill>
                <a:effectLst/>
                <a:latin typeface="Alata" panose="020B0604020202020204" charset="0"/>
                <a:ea typeface="MS Mincho" panose="02020609040205080304" pitchFamily="49" charset="-128"/>
                <a:cs typeface="Alata" panose="020B0604020202020204" charset="0"/>
              </a:rPr>
              <a:t>Offer data-driven recommendations to reduce delays and improve efficiency.</a:t>
            </a:r>
            <a:br>
              <a:rPr lang="en-US" sz="1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rPr>
            </a:br>
            <a:endParaRPr lang="en-US" sz="1800"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5"/>
        <p:cNvGrpSpPr/>
        <p:nvPr/>
      </p:nvGrpSpPr>
      <p:grpSpPr>
        <a:xfrm>
          <a:off x="0" y="0"/>
          <a:ext cx="0" cy="0"/>
          <a:chOff x="0" y="0"/>
          <a:chExt cx="0" cy="0"/>
        </a:xfrm>
      </p:grpSpPr>
      <p:sp>
        <p:nvSpPr>
          <p:cNvPr id="296" name="Google Shape;296;p41"/>
          <p:cNvSpPr txBox="1">
            <a:spLocks noGrp="1"/>
          </p:cNvSpPr>
          <p:nvPr>
            <p:ph type="title"/>
          </p:nvPr>
        </p:nvSpPr>
        <p:spPr>
          <a:xfrm>
            <a:off x="581455" y="140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DATASET DESCRIPTION</a:t>
            </a:r>
            <a:endParaRPr dirty="0"/>
          </a:p>
        </p:txBody>
      </p:sp>
      <p:sp>
        <p:nvSpPr>
          <p:cNvPr id="6" name="TextBox 5">
            <a:extLst>
              <a:ext uri="{FF2B5EF4-FFF2-40B4-BE49-F238E27FC236}">
                <a16:creationId xmlns:a16="http://schemas.microsoft.com/office/drawing/2014/main" id="{1E8CCC6E-63AE-E151-3225-83256BF315AD}"/>
              </a:ext>
            </a:extLst>
          </p:cNvPr>
          <p:cNvSpPr txBox="1"/>
          <p:nvPr/>
        </p:nvSpPr>
        <p:spPr>
          <a:xfrm>
            <a:off x="581455" y="848714"/>
            <a:ext cx="7162800" cy="6321218"/>
          </a:xfrm>
          <a:prstGeom prst="rect">
            <a:avLst/>
          </a:prstGeom>
          <a:noFill/>
        </p:spPr>
        <p:txBody>
          <a:bodyPr wrap="square" rtlCol="0">
            <a:spAutoFit/>
          </a:bodyPr>
          <a:lstStyle/>
          <a:p>
            <a:r>
              <a:rPr lang="en-US" sz="1600" b="1" dirty="0">
                <a:solidFill>
                  <a:schemeClr val="bg2">
                    <a:lumMod val="90000"/>
                  </a:schemeClr>
                </a:solidFill>
                <a:effectLst/>
                <a:latin typeface="Alata" panose="020B0604020202020204" charset="0"/>
                <a:ea typeface="MS Mincho" panose="02020609040205080304" pitchFamily="49" charset="-128"/>
                <a:cs typeface="Alata" panose="020B0604020202020204" charset="0"/>
              </a:rPr>
              <a:t>The dataset contains 539,383 records with 9 features:</a:t>
            </a:r>
            <a:br>
              <a:rPr lang="en-US" sz="1600" dirty="0">
                <a:solidFill>
                  <a:schemeClr val="tx1"/>
                </a:solidFill>
                <a:effectLst/>
                <a:latin typeface="Alata" panose="020B0604020202020204" charset="0"/>
                <a:ea typeface="MS Mincho" panose="02020609040205080304" pitchFamily="49" charset="-128"/>
                <a:cs typeface="Alata" panose="020B0604020202020204" charset="0"/>
              </a:rPr>
            </a:br>
            <a:r>
              <a:rPr lang="en-US" sz="1600" dirty="0">
                <a:solidFill>
                  <a:schemeClr val="tx1"/>
                </a:solidFill>
                <a:latin typeface="Alata" panose="020B0604020202020204" charset="0"/>
                <a:ea typeface="MS Mincho" panose="02020609040205080304" pitchFamily="49" charset="-128"/>
                <a:cs typeface="Alata" panose="020B0604020202020204" charset="0"/>
              </a:rPr>
              <a:t>- </a:t>
            </a:r>
            <a:r>
              <a:rPr lang="en-US" sz="1600" dirty="0">
                <a:solidFill>
                  <a:schemeClr val="tx1"/>
                </a:solidFill>
                <a:effectLst/>
                <a:latin typeface="Alata" panose="020B0604020202020204" charset="0"/>
                <a:ea typeface="MS Mincho" panose="02020609040205080304" pitchFamily="49" charset="-128"/>
                <a:cs typeface="Alata" panose="020B0604020202020204" charset="0"/>
              </a:rPr>
              <a:t>Categorical Variables: Airline, </a:t>
            </a:r>
            <a:r>
              <a:rPr lang="en-US" sz="1600" dirty="0" err="1">
                <a:solidFill>
                  <a:schemeClr val="tx1"/>
                </a:solidFill>
                <a:effectLst/>
                <a:latin typeface="Alata" panose="020B0604020202020204" charset="0"/>
                <a:ea typeface="MS Mincho" panose="02020609040205080304" pitchFamily="49" charset="-128"/>
                <a:cs typeface="Alata" panose="020B0604020202020204" charset="0"/>
              </a:rPr>
              <a:t>AirportFrom</a:t>
            </a:r>
            <a:r>
              <a:rPr lang="en-US" sz="1600" dirty="0">
                <a:solidFill>
                  <a:schemeClr val="tx1"/>
                </a:solidFill>
                <a:effectLst/>
                <a:latin typeface="Alata" panose="020B0604020202020204" charset="0"/>
                <a:ea typeface="MS Mincho" panose="02020609040205080304" pitchFamily="49" charset="-128"/>
                <a:cs typeface="Alata" panose="020B0604020202020204" charset="0"/>
              </a:rPr>
              <a:t>, </a:t>
            </a:r>
            <a:r>
              <a:rPr lang="en-US" sz="1600" dirty="0" err="1">
                <a:solidFill>
                  <a:schemeClr val="tx1"/>
                </a:solidFill>
                <a:effectLst/>
                <a:latin typeface="Alata" panose="020B0604020202020204" charset="0"/>
                <a:ea typeface="MS Mincho" panose="02020609040205080304" pitchFamily="49" charset="-128"/>
                <a:cs typeface="Alata" panose="020B0604020202020204" charset="0"/>
              </a:rPr>
              <a:t>AirportTo</a:t>
            </a:r>
            <a:r>
              <a:rPr lang="en-US" sz="1600" dirty="0">
                <a:solidFill>
                  <a:schemeClr val="tx1"/>
                </a:solidFill>
                <a:effectLst/>
                <a:latin typeface="Alata" panose="020B0604020202020204" charset="0"/>
                <a:ea typeface="MS Mincho" panose="02020609040205080304" pitchFamily="49" charset="-128"/>
                <a:cs typeface="Alata" panose="020B0604020202020204" charset="0"/>
              </a:rPr>
              <a:t>.</a:t>
            </a:r>
          </a:p>
          <a:p>
            <a:r>
              <a:rPr lang="en-US" sz="1600" dirty="0">
                <a:solidFill>
                  <a:schemeClr val="tx1"/>
                </a:solidFill>
                <a:effectLst/>
                <a:latin typeface="Alata" panose="020B0604020202020204" charset="0"/>
                <a:ea typeface="MS Mincho" panose="02020609040205080304" pitchFamily="49" charset="-128"/>
                <a:cs typeface="Alata" panose="020B0604020202020204" charset="0"/>
              </a:rPr>
              <a:t>Numeric Variables: Time, Length, Delay (binary target variable).</a:t>
            </a:r>
          </a:p>
          <a:p>
            <a:br>
              <a:rPr lang="en-US" sz="1600" dirty="0">
                <a:solidFill>
                  <a:schemeClr val="tx1"/>
                </a:solidFill>
                <a:effectLst/>
                <a:latin typeface="Alata" panose="020B0604020202020204" charset="0"/>
                <a:ea typeface="MS Mincho" panose="02020609040205080304" pitchFamily="49" charset="-128"/>
                <a:cs typeface="Alata" panose="020B0604020202020204" charset="0"/>
              </a:rPr>
            </a:br>
            <a:r>
              <a:rPr lang="en-US" sz="1600" b="1" dirty="0">
                <a:solidFill>
                  <a:schemeClr val="bg2">
                    <a:lumMod val="90000"/>
                  </a:schemeClr>
                </a:solidFill>
                <a:effectLst/>
                <a:latin typeface="Alata" panose="020B0604020202020204" charset="0"/>
                <a:ea typeface="MS Mincho" panose="02020609040205080304" pitchFamily="49" charset="-128"/>
                <a:cs typeface="Alata" panose="020B0604020202020204" charset="0"/>
              </a:rPr>
              <a:t>Key Statistics:</a:t>
            </a:r>
            <a:br>
              <a:rPr lang="en-US" sz="1600" dirty="0">
                <a:solidFill>
                  <a:schemeClr val="tx1"/>
                </a:solidFill>
                <a:effectLst/>
                <a:latin typeface="Alata" panose="020B0604020202020204" charset="0"/>
                <a:ea typeface="MS Mincho" panose="02020609040205080304" pitchFamily="49" charset="-128"/>
                <a:cs typeface="Alata" panose="020B0604020202020204" charset="0"/>
              </a:rPr>
            </a:br>
            <a:r>
              <a:rPr lang="en-US" sz="1600" dirty="0">
                <a:solidFill>
                  <a:schemeClr val="tx1"/>
                </a:solidFill>
                <a:effectLst/>
                <a:latin typeface="Alata" panose="020B0604020202020204" charset="0"/>
                <a:ea typeface="MS Mincho" panose="02020609040205080304" pitchFamily="49" charset="-128"/>
                <a:cs typeface="Alata" panose="020B0604020202020204" charset="0"/>
              </a:rPr>
              <a:t>- Average flight duration: 132.2 minutes.</a:t>
            </a:r>
            <a:br>
              <a:rPr lang="en-US" sz="1600" dirty="0">
                <a:solidFill>
                  <a:schemeClr val="tx1"/>
                </a:solidFill>
                <a:effectLst/>
                <a:latin typeface="Alata" panose="020B0604020202020204" charset="0"/>
                <a:ea typeface="MS Mincho" panose="02020609040205080304" pitchFamily="49" charset="-128"/>
                <a:cs typeface="Alata" panose="020B0604020202020204" charset="0"/>
              </a:rPr>
            </a:br>
            <a:r>
              <a:rPr lang="en-US" sz="1600" dirty="0">
                <a:solidFill>
                  <a:schemeClr val="tx1"/>
                </a:solidFill>
                <a:effectLst/>
                <a:latin typeface="Alata" panose="020B0604020202020204" charset="0"/>
                <a:ea typeface="MS Mincho" panose="02020609040205080304" pitchFamily="49" charset="-128"/>
                <a:cs typeface="Alata" panose="020B0604020202020204" charset="0"/>
              </a:rPr>
              <a:t>- Majority of flights are on time, with delays recorded in ~44.5% of cases.</a:t>
            </a:r>
          </a:p>
          <a:p>
            <a:br>
              <a:rPr lang="en-US" sz="1600" dirty="0">
                <a:solidFill>
                  <a:schemeClr val="tx1"/>
                </a:solidFill>
                <a:effectLst/>
                <a:latin typeface="Alata" panose="020B0604020202020204" charset="0"/>
                <a:ea typeface="MS Mincho" panose="02020609040205080304" pitchFamily="49" charset="-128"/>
                <a:cs typeface="Alata" panose="020B0604020202020204" charset="0"/>
              </a:rPr>
            </a:br>
            <a:r>
              <a:rPr lang="en-US" sz="1600" b="1" dirty="0">
                <a:solidFill>
                  <a:schemeClr val="bg2">
                    <a:lumMod val="90000"/>
                  </a:schemeClr>
                </a:solidFill>
                <a:effectLst/>
                <a:latin typeface="Alata" panose="020B0604020202020204" charset="0"/>
                <a:ea typeface="MS Mincho" panose="02020609040205080304" pitchFamily="49" charset="-128"/>
                <a:cs typeface="Alata" panose="020B0604020202020204" charset="0"/>
              </a:rPr>
              <a:t>Preprocessing Steps:</a:t>
            </a:r>
            <a:br>
              <a:rPr lang="en-US" sz="1600" dirty="0">
                <a:solidFill>
                  <a:schemeClr val="tx1"/>
                </a:solidFill>
                <a:effectLst/>
                <a:latin typeface="Alata" panose="020B0604020202020204" charset="0"/>
                <a:ea typeface="MS Mincho" panose="02020609040205080304" pitchFamily="49" charset="-128"/>
                <a:cs typeface="Alata" panose="020B0604020202020204" charset="0"/>
              </a:rPr>
            </a:br>
            <a:r>
              <a:rPr lang="en-US" sz="1600" dirty="0">
                <a:solidFill>
                  <a:schemeClr val="tx1"/>
                </a:solidFill>
                <a:effectLst/>
                <a:latin typeface="Alata" panose="020B0604020202020204" charset="0"/>
                <a:ea typeface="MS Mincho" panose="02020609040205080304" pitchFamily="49" charset="-128"/>
                <a:cs typeface="Alata" panose="020B0604020202020204" charset="0"/>
              </a:rPr>
              <a:t>-</a:t>
            </a:r>
            <a:r>
              <a:rPr lang="en-US" sz="1600" b="1" dirty="0">
                <a:solidFill>
                  <a:schemeClr val="tx1"/>
                </a:solidFill>
                <a:latin typeface="Alata" panose="020B0604020202020204" charset="0"/>
                <a:cs typeface="Alata" panose="020B0604020202020204" charset="0"/>
              </a:rPr>
              <a:t>Data Cleaning</a:t>
            </a:r>
            <a:r>
              <a:rPr lang="en-US" sz="1600" dirty="0">
                <a:solidFill>
                  <a:schemeClr val="tx1"/>
                </a:solidFill>
                <a:latin typeface="Alata" panose="020B0604020202020204" charset="0"/>
                <a:cs typeface="Alata" panose="020B0604020202020204" charset="0"/>
              </a:rPr>
              <a:t>: Removed inconsistent records that could lead to inaccurate modeling or analysis.</a:t>
            </a:r>
          </a:p>
          <a:p>
            <a:pPr marL="0" marR="0">
              <a:lnSpc>
                <a:spcPct val="115000"/>
              </a:lnSpc>
              <a:spcAft>
                <a:spcPts val="1000"/>
              </a:spcAft>
            </a:pPr>
            <a:r>
              <a:rPr lang="en-US" sz="1600" dirty="0">
                <a:solidFill>
                  <a:schemeClr val="tx1"/>
                </a:solidFill>
                <a:latin typeface="Alata" panose="020B0604020202020204" charset="0"/>
                <a:cs typeface="Alata" panose="020B0604020202020204" charset="0"/>
              </a:rPr>
              <a:t>- </a:t>
            </a:r>
            <a:r>
              <a:rPr lang="en-US" sz="1600" b="1" dirty="0">
                <a:solidFill>
                  <a:schemeClr val="tx1"/>
                </a:solidFill>
                <a:effectLst/>
                <a:latin typeface="Alata" panose="020B0604020202020204" charset="0"/>
                <a:ea typeface="MS Mincho" panose="02020609040205080304" pitchFamily="49" charset="-128"/>
                <a:cs typeface="Alata" panose="020B0604020202020204" charset="0"/>
              </a:rPr>
              <a:t>Feature Engineering</a:t>
            </a:r>
            <a:r>
              <a:rPr lang="en-US" sz="1600" dirty="0">
                <a:solidFill>
                  <a:schemeClr val="tx1"/>
                </a:solidFill>
                <a:effectLst/>
                <a:latin typeface="Alata" panose="020B0604020202020204" charset="0"/>
                <a:ea typeface="MS Mincho" panose="02020609040205080304" pitchFamily="49" charset="-128"/>
                <a:cs typeface="Alata" panose="020B0604020202020204" charset="0"/>
              </a:rPr>
              <a:t>: Encoded categorical variables like Airline, </a:t>
            </a:r>
            <a:r>
              <a:rPr lang="en-US" sz="1600" dirty="0" err="1">
                <a:solidFill>
                  <a:schemeClr val="tx1"/>
                </a:solidFill>
                <a:effectLst/>
                <a:latin typeface="Alata" panose="020B0604020202020204" charset="0"/>
                <a:ea typeface="MS Mincho" panose="02020609040205080304" pitchFamily="49" charset="-128"/>
                <a:cs typeface="Alata" panose="020B0604020202020204" charset="0"/>
              </a:rPr>
              <a:t>AirportFrom</a:t>
            </a:r>
            <a:r>
              <a:rPr lang="en-US" sz="1600" dirty="0">
                <a:solidFill>
                  <a:schemeClr val="tx1"/>
                </a:solidFill>
                <a:effectLst/>
                <a:latin typeface="Alata" panose="020B0604020202020204" charset="0"/>
                <a:ea typeface="MS Mincho" panose="02020609040205080304" pitchFamily="49" charset="-128"/>
                <a:cs typeface="Alata" panose="020B0604020202020204" charset="0"/>
              </a:rPr>
              <a:t>, and </a:t>
            </a:r>
            <a:r>
              <a:rPr lang="en-US" sz="1600" dirty="0" err="1">
                <a:solidFill>
                  <a:schemeClr val="tx1"/>
                </a:solidFill>
                <a:effectLst/>
                <a:latin typeface="Alata" panose="020B0604020202020204" charset="0"/>
                <a:ea typeface="MS Mincho" panose="02020609040205080304" pitchFamily="49" charset="-128"/>
                <a:cs typeface="Alata" panose="020B0604020202020204" charset="0"/>
              </a:rPr>
              <a:t>AirportTo</a:t>
            </a:r>
            <a:r>
              <a:rPr lang="en-US" sz="1600" dirty="0">
                <a:solidFill>
                  <a:schemeClr val="tx1"/>
                </a:solidFill>
                <a:effectLst/>
                <a:latin typeface="Alata" panose="020B0604020202020204" charset="0"/>
                <a:ea typeface="MS Mincho" panose="02020609040205080304" pitchFamily="49" charset="-128"/>
                <a:cs typeface="Alata" panose="020B0604020202020204" charset="0"/>
              </a:rPr>
              <a:t> into numeric representations suitable for machine learning models.</a:t>
            </a:r>
          </a:p>
          <a:p>
            <a:pPr marL="0" marR="0">
              <a:lnSpc>
                <a:spcPct val="115000"/>
              </a:lnSpc>
              <a:spcAft>
                <a:spcPts val="1000"/>
              </a:spcAft>
            </a:pPr>
            <a:endParaRPr lang="en-US" dirty="0">
              <a:solidFill>
                <a:schemeClr val="tx1"/>
              </a:solidFill>
              <a:effectLst/>
              <a:latin typeface="Alata" panose="020B0604020202020204" charset="0"/>
              <a:ea typeface="MS Mincho" panose="02020609040205080304" pitchFamily="49" charset="-128"/>
              <a:cs typeface="Alata" panose="020B0604020202020204" charset="0"/>
            </a:endParaRPr>
          </a:p>
          <a:p>
            <a:pPr marL="0" marR="0">
              <a:lnSpc>
                <a:spcPct val="115000"/>
              </a:lnSpc>
              <a:spcAft>
                <a:spcPts val="1000"/>
              </a:spcAft>
            </a:pPr>
            <a:endParaRPr lang="en-US"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pPr>
            <a:endParaRPr lang="en-US"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endParaRPr lang="en-US" dirty="0">
              <a:solidFill>
                <a:schemeClr val="tx1"/>
              </a:solidFill>
            </a:endParaRPr>
          </a:p>
          <a:p>
            <a:endParaRPr lang="en-US" dirty="0">
              <a:solidFill>
                <a:schemeClr val="tx1"/>
              </a:solidFill>
            </a:endParaRPr>
          </a:p>
          <a:p>
            <a:endParaRPr lang="en-US" dirty="0">
              <a:solidFill>
                <a:schemeClr val="tx1"/>
              </a:solidFill>
            </a:endParaRPr>
          </a:p>
          <a:p>
            <a:pPr marL="0" marR="0">
              <a:lnSpc>
                <a:spcPct val="115000"/>
              </a:lnSpc>
              <a:spcAft>
                <a:spcPts val="1000"/>
              </a:spcAft>
            </a:pPr>
            <a:br>
              <a:rPr lang="en-US" sz="1200" dirty="0">
                <a:effectLst/>
                <a:latin typeface="Alata" panose="020B0604020202020204" charset="0"/>
                <a:ea typeface="MS Mincho" panose="02020609040205080304" pitchFamily="49" charset="-128"/>
                <a:cs typeface="Alata" panose="020B0604020202020204" charset="0"/>
              </a:rPr>
            </a:br>
            <a:endParaRPr lang="en-US" sz="1200" dirty="0">
              <a:effectLst/>
              <a:latin typeface="Alata" panose="020B0604020202020204" charset="0"/>
              <a:ea typeface="MS Mincho" panose="02020609040205080304" pitchFamily="49" charset="-128"/>
              <a:cs typeface="Alata" panose="020B0604020202020204" charset="0"/>
            </a:endParaRP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5">
          <a:extLst>
            <a:ext uri="{FF2B5EF4-FFF2-40B4-BE49-F238E27FC236}">
              <a16:creationId xmlns:a16="http://schemas.microsoft.com/office/drawing/2014/main" id="{B326BFE1-4E7A-787B-99C9-94E8DBDF182E}"/>
            </a:ext>
          </a:extLst>
        </p:cNvPr>
        <p:cNvGrpSpPr/>
        <p:nvPr/>
      </p:nvGrpSpPr>
      <p:grpSpPr>
        <a:xfrm>
          <a:off x="0" y="0"/>
          <a:ext cx="0" cy="0"/>
          <a:chOff x="0" y="0"/>
          <a:chExt cx="0" cy="0"/>
        </a:xfrm>
      </p:grpSpPr>
      <p:sp>
        <p:nvSpPr>
          <p:cNvPr id="296" name="Google Shape;296;p41">
            <a:extLst>
              <a:ext uri="{FF2B5EF4-FFF2-40B4-BE49-F238E27FC236}">
                <a16:creationId xmlns:a16="http://schemas.microsoft.com/office/drawing/2014/main" id="{CE156C60-AA21-B4A8-9158-FAE8B10D24F6}"/>
              </a:ext>
            </a:extLst>
          </p:cNvPr>
          <p:cNvSpPr txBox="1">
            <a:spLocks noGrp="1"/>
          </p:cNvSpPr>
          <p:nvPr>
            <p:ph type="title"/>
          </p:nvPr>
        </p:nvSpPr>
        <p:spPr>
          <a:xfrm>
            <a:off x="581455" y="1402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DATASET DESCRIPTION</a:t>
            </a:r>
            <a:endParaRPr dirty="0"/>
          </a:p>
        </p:txBody>
      </p:sp>
      <p:sp>
        <p:nvSpPr>
          <p:cNvPr id="6" name="TextBox 5">
            <a:extLst>
              <a:ext uri="{FF2B5EF4-FFF2-40B4-BE49-F238E27FC236}">
                <a16:creationId xmlns:a16="http://schemas.microsoft.com/office/drawing/2014/main" id="{7ADD541B-3013-1E18-B273-6D701B4C52CD}"/>
              </a:ext>
            </a:extLst>
          </p:cNvPr>
          <p:cNvSpPr txBox="1"/>
          <p:nvPr/>
        </p:nvSpPr>
        <p:spPr>
          <a:xfrm>
            <a:off x="581455" y="848714"/>
            <a:ext cx="7162800" cy="5377882"/>
          </a:xfrm>
          <a:prstGeom prst="rect">
            <a:avLst/>
          </a:prstGeom>
          <a:noFill/>
        </p:spPr>
        <p:txBody>
          <a:bodyPr wrap="square" rtlCol="0">
            <a:spAutoFit/>
          </a:bodyPr>
          <a:lstStyle/>
          <a:p>
            <a:pPr marL="0" marR="0">
              <a:lnSpc>
                <a:spcPct val="115000"/>
              </a:lnSpc>
              <a:spcAft>
                <a:spcPts val="1000"/>
              </a:spcAft>
            </a:pPr>
            <a:r>
              <a:rPr lang="en-US" sz="1800" b="1" dirty="0">
                <a:solidFill>
                  <a:schemeClr val="tx1"/>
                </a:solidFill>
                <a:effectLst/>
                <a:latin typeface="Alata" panose="020B0604020202020204" charset="0"/>
                <a:ea typeface="MS Mincho" panose="02020609040205080304" pitchFamily="49" charset="-128"/>
                <a:cs typeface="Alata" panose="020B0604020202020204" charset="0"/>
              </a:rPr>
              <a:t>Normalization</a:t>
            </a:r>
            <a:r>
              <a:rPr lang="en-US" sz="1800" dirty="0">
                <a:solidFill>
                  <a:schemeClr val="tx1"/>
                </a:solidFill>
                <a:effectLst/>
                <a:latin typeface="Alata" panose="020B0604020202020204" charset="0"/>
                <a:ea typeface="MS Mincho" panose="02020609040205080304" pitchFamily="49" charset="-128"/>
                <a:cs typeface="Alata" panose="020B0604020202020204" charset="0"/>
              </a:rPr>
              <a:t>:</a:t>
            </a:r>
          </a:p>
          <a:p>
            <a:pPr marR="0" lvl="0">
              <a:lnSpc>
                <a:spcPct val="115000"/>
              </a:lnSpc>
              <a:spcAft>
                <a:spcPts val="1000"/>
              </a:spcAft>
              <a:buSzPts val="1000"/>
              <a:tabLst>
                <a:tab pos="457200" algn="l"/>
              </a:tabLst>
            </a:pPr>
            <a:r>
              <a:rPr lang="en-US" sz="1800" dirty="0">
                <a:solidFill>
                  <a:schemeClr val="tx1"/>
                </a:solidFill>
                <a:effectLst/>
                <a:latin typeface="Alata" panose="020B0604020202020204" charset="0"/>
                <a:ea typeface="MS Mincho" panose="02020609040205080304" pitchFamily="49" charset="-128"/>
                <a:cs typeface="Alata" panose="020B0604020202020204" charset="0"/>
              </a:rPr>
              <a:t>Scaled numeric variables such as Time (departure time) and Length (flight duration) to standardize their ranges, improving model performance and convergence.</a:t>
            </a:r>
          </a:p>
          <a:p>
            <a:pPr marL="0" marR="0">
              <a:lnSpc>
                <a:spcPct val="115000"/>
              </a:lnSpc>
              <a:spcAft>
                <a:spcPts val="1000"/>
              </a:spcAft>
            </a:pPr>
            <a:r>
              <a:rPr lang="en-US" sz="1800" b="1" dirty="0">
                <a:solidFill>
                  <a:schemeClr val="tx1"/>
                </a:solidFill>
                <a:effectLst/>
                <a:latin typeface="Alata" panose="020B0604020202020204" charset="0"/>
                <a:ea typeface="MS Mincho" panose="02020609040205080304" pitchFamily="49" charset="-128"/>
                <a:cs typeface="Alata" panose="020B0604020202020204" charset="0"/>
              </a:rPr>
              <a:t>Data Splitting</a:t>
            </a:r>
            <a:r>
              <a:rPr lang="en-US" sz="1800" dirty="0">
                <a:solidFill>
                  <a:schemeClr val="tx1"/>
                </a:solidFill>
                <a:effectLst/>
                <a:latin typeface="Alata" panose="020B0604020202020204" charset="0"/>
                <a:ea typeface="MS Mincho" panose="02020609040205080304" pitchFamily="49" charset="-128"/>
                <a:cs typeface="Alata" panose="020B0604020202020204" charset="0"/>
              </a:rPr>
              <a:t>:</a:t>
            </a:r>
          </a:p>
          <a:p>
            <a:pPr marR="0" lvl="0">
              <a:lnSpc>
                <a:spcPct val="115000"/>
              </a:lnSpc>
              <a:spcAft>
                <a:spcPts val="1000"/>
              </a:spcAft>
              <a:buSzPts val="1000"/>
              <a:tabLst>
                <a:tab pos="457200" algn="l"/>
              </a:tabLst>
            </a:pPr>
            <a:r>
              <a:rPr lang="en-US" sz="1800" dirty="0">
                <a:solidFill>
                  <a:schemeClr val="tx1"/>
                </a:solidFill>
                <a:effectLst/>
                <a:latin typeface="Alata" panose="020B0604020202020204" charset="0"/>
                <a:ea typeface="MS Mincho" panose="02020609040205080304" pitchFamily="49" charset="-128"/>
                <a:cs typeface="Alata" panose="020B0604020202020204" charset="0"/>
              </a:rPr>
              <a:t>Partitioned the dataset into training (80%) and testing (20%) subsets to evaluate the models effectively and prevent overfitting.</a:t>
            </a:r>
          </a:p>
          <a:p>
            <a:pPr marL="0" marR="0">
              <a:lnSpc>
                <a:spcPct val="115000"/>
              </a:lnSpc>
              <a:spcAft>
                <a:spcPts val="1000"/>
              </a:spcAft>
            </a:pPr>
            <a:endParaRPr lang="en-US" dirty="0">
              <a:solidFill>
                <a:schemeClr val="tx1"/>
              </a:solidFill>
              <a:effectLst/>
              <a:latin typeface="Alata" panose="020B0604020202020204" charset="0"/>
              <a:ea typeface="MS Mincho" panose="02020609040205080304" pitchFamily="49" charset="-128"/>
              <a:cs typeface="Alata" panose="020B0604020202020204" charset="0"/>
            </a:endParaRPr>
          </a:p>
          <a:p>
            <a:pPr marL="0" marR="0">
              <a:lnSpc>
                <a:spcPct val="115000"/>
              </a:lnSpc>
              <a:spcAft>
                <a:spcPts val="1000"/>
              </a:spcAft>
            </a:pPr>
            <a:endParaRPr lang="en-US"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pPr marL="0" marR="0">
              <a:lnSpc>
                <a:spcPct val="115000"/>
              </a:lnSpc>
              <a:spcAft>
                <a:spcPts val="1000"/>
              </a:spcAft>
            </a:pPr>
            <a:endParaRPr lang="en-US" dirty="0">
              <a:solidFill>
                <a:schemeClr val="tx1"/>
              </a:solidFill>
              <a:effectLst/>
              <a:latin typeface="Cambria" panose="02040503050406030204" pitchFamily="18" charset="0"/>
              <a:ea typeface="MS Mincho" panose="02020609040205080304" pitchFamily="49" charset="-128"/>
              <a:cs typeface="Times New Roman" panose="02020603050405020304" pitchFamily="18" charset="0"/>
            </a:endParaRPr>
          </a:p>
          <a:p>
            <a:endParaRPr lang="en-US" dirty="0">
              <a:solidFill>
                <a:schemeClr val="tx1"/>
              </a:solidFill>
            </a:endParaRPr>
          </a:p>
          <a:p>
            <a:endParaRPr lang="en-US" dirty="0">
              <a:solidFill>
                <a:schemeClr val="tx1"/>
              </a:solidFill>
            </a:endParaRPr>
          </a:p>
          <a:p>
            <a:endParaRPr lang="en-US" dirty="0">
              <a:solidFill>
                <a:schemeClr val="tx1"/>
              </a:solidFill>
            </a:endParaRPr>
          </a:p>
          <a:p>
            <a:pPr marL="0" marR="0">
              <a:lnSpc>
                <a:spcPct val="115000"/>
              </a:lnSpc>
              <a:spcAft>
                <a:spcPts val="1000"/>
              </a:spcAft>
            </a:pPr>
            <a:br>
              <a:rPr lang="en-US" sz="1200" dirty="0">
                <a:effectLst/>
                <a:latin typeface="Alata" panose="020B0604020202020204" charset="0"/>
                <a:ea typeface="MS Mincho" panose="02020609040205080304" pitchFamily="49" charset="-128"/>
                <a:cs typeface="Alata" panose="020B0604020202020204" charset="0"/>
              </a:rPr>
            </a:br>
            <a:endParaRPr lang="en-US" sz="1200" dirty="0">
              <a:effectLst/>
              <a:latin typeface="Alata" panose="020B0604020202020204" charset="0"/>
              <a:ea typeface="MS Mincho" panose="02020609040205080304" pitchFamily="49" charset="-128"/>
              <a:cs typeface="Alata" panose="020B0604020202020204" charset="0"/>
            </a:endParaRPr>
          </a:p>
          <a:p>
            <a:endParaRPr lang="en-US" dirty="0"/>
          </a:p>
        </p:txBody>
      </p:sp>
    </p:spTree>
    <p:extLst>
      <p:ext uri="{BB962C8B-B14F-4D97-AF65-F5344CB8AC3E}">
        <p14:creationId xmlns:p14="http://schemas.microsoft.com/office/powerpoint/2010/main" val="4225837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2"/>
          <p:cNvSpPr txBox="1">
            <a:spLocks noGrp="1"/>
          </p:cNvSpPr>
          <p:nvPr>
            <p:ph type="title"/>
          </p:nvPr>
        </p:nvSpPr>
        <p:spPr>
          <a:xfrm>
            <a:off x="429386" y="146050"/>
            <a:ext cx="5736464" cy="1187441"/>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p>
        </p:txBody>
      </p:sp>
      <p:pic>
        <p:nvPicPr>
          <p:cNvPr id="305" name="Google Shape;305;p42"/>
          <p:cNvPicPr preferRelativeResize="0">
            <a:picLocks noGrp="1"/>
          </p:cNvPicPr>
          <p:nvPr>
            <p:ph type="pic" idx="2"/>
          </p:nvPr>
        </p:nvPicPr>
        <p:blipFill rotWithShape="1">
          <a:blip r:embed="rId3">
            <a:alphaModFix/>
          </a:blip>
          <a:srcRect r="31558"/>
          <a:stretch/>
        </p:blipFill>
        <p:spPr>
          <a:xfrm>
            <a:off x="5623754" y="0"/>
            <a:ext cx="3520347" cy="5143500"/>
          </a:xfrm>
          <a:prstGeom prst="rect">
            <a:avLst/>
          </a:prstGeom>
          <a:noFill/>
          <a:ln>
            <a:noFill/>
          </a:ln>
        </p:spPr>
      </p:pic>
      <p:sp>
        <p:nvSpPr>
          <p:cNvPr id="306" name="Google Shape;306;p42"/>
          <p:cNvSpPr/>
          <p:nvPr/>
        </p:nvSpPr>
        <p:spPr>
          <a:xfrm>
            <a:off x="5544942" y="3350"/>
            <a:ext cx="28077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42"/>
          <p:cNvSpPr/>
          <p:nvPr/>
        </p:nvSpPr>
        <p:spPr>
          <a:xfrm>
            <a:off x="5417700" y="3350"/>
            <a:ext cx="927000" cy="5143500"/>
          </a:xfrm>
          <a:prstGeom prst="rect">
            <a:avLst/>
          </a:prstGeom>
          <a:gradFill>
            <a:gsLst>
              <a:gs pos="0">
                <a:schemeClr val="lt1"/>
              </a:gs>
              <a:gs pos="100000">
                <a:srgbClr val="384957">
                  <a:alpha val="0"/>
                </a:srgbClr>
              </a:gs>
            </a:gsLst>
            <a:lin ang="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8" name="Google Shape;308;p42"/>
          <p:cNvCxnSpPr>
            <a:endCxn id="309" idx="2"/>
          </p:cNvCxnSpPr>
          <p:nvPr/>
        </p:nvCxnSpPr>
        <p:spPr>
          <a:xfrm rot="10800000">
            <a:off x="978475" y="4604000"/>
            <a:ext cx="8165100" cy="0"/>
          </a:xfrm>
          <a:prstGeom prst="straightConnector1">
            <a:avLst/>
          </a:prstGeom>
          <a:noFill/>
          <a:ln w="9525" cap="flat" cmpd="sng">
            <a:solidFill>
              <a:schemeClr val="dk1"/>
            </a:solidFill>
            <a:prstDash val="solid"/>
            <a:round/>
            <a:headEnd type="none" w="med" len="med"/>
            <a:tailEnd type="none" w="med" len="med"/>
          </a:ln>
        </p:spPr>
      </p:cxnSp>
      <p:pic>
        <p:nvPicPr>
          <p:cNvPr id="309" name="Google Shape;309;p42"/>
          <p:cNvPicPr preferRelativeResize="0"/>
          <p:nvPr/>
        </p:nvPicPr>
        <p:blipFill>
          <a:blip r:embed="rId4">
            <a:alphaModFix/>
          </a:blip>
          <a:stretch>
            <a:fillRect/>
          </a:stretch>
        </p:blipFill>
        <p:spPr>
          <a:xfrm rot="-5400000">
            <a:off x="713225" y="4471375"/>
            <a:ext cx="265251" cy="265251"/>
          </a:xfrm>
          <a:prstGeom prst="rect">
            <a:avLst/>
          </a:prstGeom>
          <a:noFill/>
          <a:ln>
            <a:noFill/>
          </a:ln>
        </p:spPr>
      </p:pic>
      <p:sp>
        <p:nvSpPr>
          <p:cNvPr id="3" name="Subtitle 2">
            <a:extLst>
              <a:ext uri="{FF2B5EF4-FFF2-40B4-BE49-F238E27FC236}">
                <a16:creationId xmlns:a16="http://schemas.microsoft.com/office/drawing/2014/main" id="{D7CE58A0-1980-6CAB-B108-03CFCB27AFED}"/>
              </a:ext>
            </a:extLst>
          </p:cNvPr>
          <p:cNvSpPr>
            <a:spLocks noGrp="1"/>
          </p:cNvSpPr>
          <p:nvPr>
            <p:ph type="subTitle" idx="1"/>
          </p:nvPr>
        </p:nvSpPr>
        <p:spPr>
          <a:xfrm>
            <a:off x="363651" y="1283279"/>
            <a:ext cx="5078264" cy="3408215"/>
          </a:xfrm>
        </p:spPr>
        <p:txBody>
          <a:bodyPr/>
          <a:lstStyle/>
          <a:p>
            <a:pPr marL="139700" indent="0">
              <a:buNone/>
            </a:pPr>
            <a:r>
              <a:rPr lang="en-US" sz="1800" dirty="0">
                <a:solidFill>
                  <a:schemeClr val="bg2">
                    <a:lumMod val="90000"/>
                  </a:schemeClr>
                </a:solidFill>
                <a:effectLst/>
                <a:latin typeface="Alata" panose="020B0604020202020204" charset="0"/>
                <a:ea typeface="MS Mincho" panose="02020609040205080304" pitchFamily="49" charset="-128"/>
                <a:cs typeface="Alata" panose="020B0604020202020204" charset="0"/>
              </a:rPr>
              <a:t>Key Findings:</a:t>
            </a:r>
            <a:br>
              <a:rPr lang="en-US" sz="1800" dirty="0">
                <a:effectLst/>
                <a:latin typeface="Alata" panose="020B0604020202020204" charset="0"/>
                <a:ea typeface="MS Mincho" panose="02020609040205080304" pitchFamily="49" charset="-128"/>
                <a:cs typeface="Alata" panose="020B0604020202020204" charset="0"/>
              </a:rPr>
            </a:br>
            <a:r>
              <a:rPr lang="en-US" sz="1800" dirty="0">
                <a:effectLst/>
                <a:latin typeface="Alata" panose="020B0604020202020204" charset="0"/>
                <a:ea typeface="MS Mincho" panose="02020609040205080304" pitchFamily="49" charset="-128"/>
                <a:cs typeface="Alata" panose="020B0604020202020204" charset="0"/>
              </a:rPr>
              <a:t>1. Day of Week: Delays are more frequent on specific days, particularly Mondays and Fridays.</a:t>
            </a:r>
            <a:br>
              <a:rPr lang="en-US" sz="1800" dirty="0">
                <a:effectLst/>
                <a:latin typeface="Alata" panose="020B0604020202020204" charset="0"/>
                <a:ea typeface="MS Mincho" panose="02020609040205080304" pitchFamily="49" charset="-128"/>
                <a:cs typeface="Alata" panose="020B0604020202020204" charset="0"/>
              </a:rPr>
            </a:br>
            <a:r>
              <a:rPr lang="en-US" sz="1800" dirty="0">
                <a:effectLst/>
                <a:latin typeface="Alata" panose="020B0604020202020204" charset="0"/>
                <a:ea typeface="MS Mincho" panose="02020609040205080304" pitchFamily="49" charset="-128"/>
                <a:cs typeface="Alata" panose="020B0604020202020204" charset="0"/>
              </a:rPr>
              <a:t>2. Airline Performance: Some airlines consistently report higher delays, while others maintain better punctuality.</a:t>
            </a:r>
            <a:br>
              <a:rPr lang="en-US" sz="1800" dirty="0">
                <a:effectLst/>
                <a:latin typeface="Alata" panose="020B0604020202020204" charset="0"/>
                <a:ea typeface="MS Mincho" panose="02020609040205080304" pitchFamily="49" charset="-128"/>
                <a:cs typeface="Alata" panose="020B0604020202020204" charset="0"/>
              </a:rPr>
            </a:br>
            <a:r>
              <a:rPr lang="en-US" sz="1800" dirty="0">
                <a:effectLst/>
                <a:latin typeface="Alata" panose="020B0604020202020204" charset="0"/>
                <a:ea typeface="MS Mincho" panose="02020609040205080304" pitchFamily="49" charset="-128"/>
                <a:cs typeface="Alata" panose="020B0604020202020204" charset="0"/>
              </a:rPr>
              <a:t>3. Flight Duration: Longer flights tend to have higher delay probabilities.</a:t>
            </a:r>
            <a:br>
              <a:rPr lang="en-US" sz="1800" dirty="0">
                <a:effectLst/>
                <a:latin typeface="Alata" panose="020B0604020202020204" charset="0"/>
                <a:ea typeface="MS Mincho" panose="02020609040205080304" pitchFamily="49" charset="-128"/>
                <a:cs typeface="Alata" panose="020B0604020202020204" charset="0"/>
              </a:rPr>
            </a:br>
            <a:r>
              <a:rPr lang="en-US" sz="1800" dirty="0">
                <a:effectLst/>
                <a:latin typeface="Alata" panose="020B0604020202020204" charset="0"/>
                <a:ea typeface="MS Mincho" panose="02020609040205080304" pitchFamily="49" charset="-128"/>
                <a:cs typeface="Alata" panose="020B0604020202020204" charset="0"/>
              </a:rPr>
              <a:t>4. Departure Times: Peak delays occur during early mornings and late evenings.</a:t>
            </a:r>
            <a:endParaRPr lang="en-US" dirty="0">
              <a:latin typeface="Alata" panose="020B0604020202020204" charset="0"/>
              <a:cs typeface="Alata" panose="020B060402020202020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43"/>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sp>
        <p:nvSpPr>
          <p:cNvPr id="9" name="Subtitle 8">
            <a:extLst>
              <a:ext uri="{FF2B5EF4-FFF2-40B4-BE49-F238E27FC236}">
                <a16:creationId xmlns:a16="http://schemas.microsoft.com/office/drawing/2014/main" id="{842874A1-06CB-4A34-BF68-682404169F6B}"/>
              </a:ext>
            </a:extLst>
          </p:cNvPr>
          <p:cNvSpPr>
            <a:spLocks noGrp="1"/>
          </p:cNvSpPr>
          <p:nvPr>
            <p:ph type="subTitle" idx="2"/>
          </p:nvPr>
        </p:nvSpPr>
        <p:spPr>
          <a:xfrm>
            <a:off x="742950" y="927100"/>
            <a:ext cx="7308850" cy="3443401"/>
          </a:xfrm>
        </p:spPr>
        <p:txBody>
          <a:bodyPr/>
          <a:lstStyle/>
          <a:p>
            <a:pPr algn="l"/>
            <a:r>
              <a:rPr lang="en-US" sz="1800" dirty="0">
                <a:solidFill>
                  <a:schemeClr val="bg2">
                    <a:lumMod val="90000"/>
                  </a:schemeClr>
                </a:solidFill>
                <a:effectLst/>
                <a:latin typeface="Cambria" panose="02040503050406030204" pitchFamily="18" charset="0"/>
                <a:ea typeface="MS Mincho" panose="02020609040205080304" pitchFamily="49" charset="-128"/>
                <a:cs typeface="Times New Roman" panose="02020603050405020304" pitchFamily="18" charset="0"/>
              </a:rPr>
              <a:t>Visual Insights:</a:t>
            </a:r>
          </a:p>
          <a:p>
            <a:pPr marL="139700" indent="0" algn="l"/>
            <a:r>
              <a:rPr lang="en-US" sz="1800" dirty="0">
                <a:effectLst/>
                <a:latin typeface="Cambria" panose="02040503050406030204" pitchFamily="18" charset="0"/>
                <a:ea typeface="MS Mincho" panose="02020609040205080304" pitchFamily="49" charset="-128"/>
                <a:cs typeface="Times New Roman" panose="02020603050405020304" pitchFamily="18" charset="0"/>
              </a:rPr>
              <a:t>- Histograms depicting delay distributions by departure time.</a:t>
            </a:r>
            <a:br>
              <a:rPr lang="en-US" sz="1800" dirty="0">
                <a:effectLst/>
                <a:latin typeface="Cambria" panose="02040503050406030204" pitchFamily="18" charset="0"/>
                <a:ea typeface="MS Mincho" panose="02020609040205080304" pitchFamily="49" charset="-128"/>
                <a:cs typeface="Times New Roman" panose="02020603050405020304" pitchFamily="18" charset="0"/>
              </a:rPr>
            </a:br>
            <a:endParaRPr lang="en-US" sz="1800" dirty="0">
              <a:effectLst/>
              <a:latin typeface="Cambria" panose="02040503050406030204" pitchFamily="18" charset="0"/>
              <a:ea typeface="MS Mincho" panose="02020609040205080304" pitchFamily="49" charset="-128"/>
              <a:cs typeface="Times New Roman" panose="02020603050405020304" pitchFamily="18" charset="0"/>
            </a:endParaRPr>
          </a:p>
          <a:p>
            <a:pPr marL="139700" indent="0" algn="l"/>
            <a:endParaRPr lang="en-US" dirty="0"/>
          </a:p>
        </p:txBody>
      </p:sp>
      <p:pic>
        <p:nvPicPr>
          <p:cNvPr id="3" name="Picture 2">
            <a:extLst>
              <a:ext uri="{FF2B5EF4-FFF2-40B4-BE49-F238E27FC236}">
                <a16:creationId xmlns:a16="http://schemas.microsoft.com/office/drawing/2014/main" id="{696A526C-DBA5-0515-2AD1-8777ECE78077}"/>
              </a:ext>
            </a:extLst>
          </p:cNvPr>
          <p:cNvPicPr>
            <a:picLocks noChangeAspect="1"/>
          </p:cNvPicPr>
          <p:nvPr/>
        </p:nvPicPr>
        <p:blipFill>
          <a:blip r:embed="rId3"/>
          <a:stretch>
            <a:fillRect/>
          </a:stretch>
        </p:blipFill>
        <p:spPr>
          <a:xfrm>
            <a:off x="984250" y="1625600"/>
            <a:ext cx="5854700" cy="309838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541A44A5-F833-9BB5-E6F6-932CF1F29816}"/>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0BC8BC01-CA08-97FF-6066-6812E4F00E36}"/>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4" name="Picture 3">
            <a:extLst>
              <a:ext uri="{FF2B5EF4-FFF2-40B4-BE49-F238E27FC236}">
                <a16:creationId xmlns:a16="http://schemas.microsoft.com/office/drawing/2014/main" id="{5C7DF427-BB79-7E11-A69C-B0F39555AFAE}"/>
              </a:ext>
            </a:extLst>
          </p:cNvPr>
          <p:cNvPicPr>
            <a:picLocks noChangeAspect="1"/>
          </p:cNvPicPr>
          <p:nvPr/>
        </p:nvPicPr>
        <p:blipFill>
          <a:blip r:embed="rId3"/>
          <a:stretch>
            <a:fillRect/>
          </a:stretch>
        </p:blipFill>
        <p:spPr>
          <a:xfrm>
            <a:off x="738804" y="1001861"/>
            <a:ext cx="6290645" cy="3618593"/>
          </a:xfrm>
          <a:prstGeom prst="rect">
            <a:avLst/>
          </a:prstGeom>
        </p:spPr>
      </p:pic>
    </p:spTree>
    <p:extLst>
      <p:ext uri="{BB962C8B-B14F-4D97-AF65-F5344CB8AC3E}">
        <p14:creationId xmlns:p14="http://schemas.microsoft.com/office/powerpoint/2010/main" val="11200038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E982B440-556D-DCA6-1296-C51FB1573C5C}"/>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E41FFD05-56B5-1904-18C3-6082227D16C6}"/>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3" name="Picture 2">
            <a:extLst>
              <a:ext uri="{FF2B5EF4-FFF2-40B4-BE49-F238E27FC236}">
                <a16:creationId xmlns:a16="http://schemas.microsoft.com/office/drawing/2014/main" id="{B1551306-BC7C-3322-E4C1-8F0496ADD01A}"/>
              </a:ext>
            </a:extLst>
          </p:cNvPr>
          <p:cNvPicPr>
            <a:picLocks noChangeAspect="1"/>
          </p:cNvPicPr>
          <p:nvPr/>
        </p:nvPicPr>
        <p:blipFill>
          <a:blip r:embed="rId3"/>
          <a:stretch>
            <a:fillRect/>
          </a:stretch>
        </p:blipFill>
        <p:spPr>
          <a:xfrm>
            <a:off x="750235" y="929049"/>
            <a:ext cx="6526865" cy="3833647"/>
          </a:xfrm>
          <a:prstGeom prst="rect">
            <a:avLst/>
          </a:prstGeom>
        </p:spPr>
      </p:pic>
    </p:spTree>
    <p:extLst>
      <p:ext uri="{BB962C8B-B14F-4D97-AF65-F5344CB8AC3E}">
        <p14:creationId xmlns:p14="http://schemas.microsoft.com/office/powerpoint/2010/main" val="1658854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2DE583A3-B74C-C10F-D625-BFCFB1DA7A54}"/>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BF0323D1-7AC7-844B-5D23-B39627AD535D}"/>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sp>
        <p:nvSpPr>
          <p:cNvPr id="4" name="TextBox 3">
            <a:extLst>
              <a:ext uri="{FF2B5EF4-FFF2-40B4-BE49-F238E27FC236}">
                <a16:creationId xmlns:a16="http://schemas.microsoft.com/office/drawing/2014/main" id="{01013919-FFB0-1BCA-FD93-A32CC5303B2F}"/>
              </a:ext>
            </a:extLst>
          </p:cNvPr>
          <p:cNvSpPr txBox="1"/>
          <p:nvPr/>
        </p:nvSpPr>
        <p:spPr>
          <a:xfrm>
            <a:off x="643800" y="933450"/>
            <a:ext cx="6347550" cy="523220"/>
          </a:xfrm>
          <a:prstGeom prst="rect">
            <a:avLst/>
          </a:prstGeom>
          <a:noFill/>
        </p:spPr>
        <p:txBody>
          <a:bodyPr wrap="square" rtlCol="0">
            <a:spAutoFit/>
          </a:bodyPr>
          <a:lstStyle/>
          <a:p>
            <a:r>
              <a:rPr lang="en-US" sz="1400" dirty="0">
                <a:solidFill>
                  <a:schemeClr val="tx1"/>
                </a:solidFill>
                <a:effectLst/>
                <a:latin typeface="Alata" panose="020B0604020202020204" charset="0"/>
                <a:ea typeface="MS Mincho" panose="02020609040205080304" pitchFamily="49" charset="-128"/>
                <a:cs typeface="Alata" panose="020B0604020202020204" charset="0"/>
              </a:rPr>
              <a:t>- Boxplots comparing delays across airlines.</a:t>
            </a:r>
            <a:br>
              <a:rPr lang="en-US" sz="1400" dirty="0">
                <a:solidFill>
                  <a:schemeClr val="tx1"/>
                </a:solidFill>
                <a:effectLst/>
                <a:latin typeface="Alata" panose="020B0604020202020204" charset="0"/>
                <a:ea typeface="MS Mincho" panose="02020609040205080304" pitchFamily="49" charset="-128"/>
                <a:cs typeface="Alata" panose="020B0604020202020204" charset="0"/>
              </a:rPr>
            </a:br>
            <a:endParaRPr lang="en-IN" dirty="0">
              <a:solidFill>
                <a:schemeClr val="tx1"/>
              </a:solidFill>
              <a:latin typeface="Alata" panose="020B0604020202020204" charset="0"/>
              <a:cs typeface="Alata" panose="020B0604020202020204" charset="0"/>
            </a:endParaRPr>
          </a:p>
        </p:txBody>
      </p:sp>
      <p:pic>
        <p:nvPicPr>
          <p:cNvPr id="6" name="Picture 5">
            <a:extLst>
              <a:ext uri="{FF2B5EF4-FFF2-40B4-BE49-F238E27FC236}">
                <a16:creationId xmlns:a16="http://schemas.microsoft.com/office/drawing/2014/main" id="{0460E6E4-4A33-1077-2C77-EA3B3CF3215E}"/>
              </a:ext>
            </a:extLst>
          </p:cNvPr>
          <p:cNvPicPr>
            <a:picLocks noChangeAspect="1"/>
          </p:cNvPicPr>
          <p:nvPr/>
        </p:nvPicPr>
        <p:blipFill>
          <a:blip r:embed="rId3"/>
          <a:stretch>
            <a:fillRect/>
          </a:stretch>
        </p:blipFill>
        <p:spPr>
          <a:xfrm>
            <a:off x="696894" y="1283094"/>
            <a:ext cx="6605606" cy="3529130"/>
          </a:xfrm>
          <a:prstGeom prst="rect">
            <a:avLst/>
          </a:prstGeom>
        </p:spPr>
      </p:pic>
    </p:spTree>
    <p:extLst>
      <p:ext uri="{BB962C8B-B14F-4D97-AF65-F5344CB8AC3E}">
        <p14:creationId xmlns:p14="http://schemas.microsoft.com/office/powerpoint/2010/main" val="26732482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AA977116-218B-FED6-348D-B84D8BE2E814}"/>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90C0BEF4-6C15-9D47-B555-F1DC4CD5A934}"/>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3" name="Picture 2">
            <a:extLst>
              <a:ext uri="{FF2B5EF4-FFF2-40B4-BE49-F238E27FC236}">
                <a16:creationId xmlns:a16="http://schemas.microsoft.com/office/drawing/2014/main" id="{D05973E4-98C5-A3B5-3B80-3E7311797A77}"/>
              </a:ext>
            </a:extLst>
          </p:cNvPr>
          <p:cNvPicPr>
            <a:picLocks noChangeAspect="1"/>
          </p:cNvPicPr>
          <p:nvPr/>
        </p:nvPicPr>
        <p:blipFill>
          <a:blip r:embed="rId3"/>
          <a:stretch>
            <a:fillRect/>
          </a:stretch>
        </p:blipFill>
        <p:spPr>
          <a:xfrm>
            <a:off x="742617" y="963465"/>
            <a:ext cx="6566234" cy="3686192"/>
          </a:xfrm>
          <a:prstGeom prst="rect">
            <a:avLst/>
          </a:prstGeom>
        </p:spPr>
      </p:pic>
    </p:spTree>
    <p:extLst>
      <p:ext uri="{BB962C8B-B14F-4D97-AF65-F5344CB8AC3E}">
        <p14:creationId xmlns:p14="http://schemas.microsoft.com/office/powerpoint/2010/main" val="16171150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AD3D27AF-58F4-E844-2F05-5FFF55C249E5}"/>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AE9DE879-9710-7D5B-AB54-DD5C278FC7AA}"/>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4" name="Picture 3">
            <a:extLst>
              <a:ext uri="{FF2B5EF4-FFF2-40B4-BE49-F238E27FC236}">
                <a16:creationId xmlns:a16="http://schemas.microsoft.com/office/drawing/2014/main" id="{B6D6162B-F3FB-42AE-DC12-4FC14E06A8B2}"/>
              </a:ext>
            </a:extLst>
          </p:cNvPr>
          <p:cNvPicPr>
            <a:picLocks noChangeAspect="1"/>
          </p:cNvPicPr>
          <p:nvPr/>
        </p:nvPicPr>
        <p:blipFill>
          <a:blip r:embed="rId3"/>
          <a:stretch>
            <a:fillRect/>
          </a:stretch>
        </p:blipFill>
        <p:spPr>
          <a:xfrm>
            <a:off x="745176" y="1016000"/>
            <a:ext cx="6908349" cy="3683000"/>
          </a:xfrm>
          <a:prstGeom prst="rect">
            <a:avLst/>
          </a:prstGeom>
        </p:spPr>
      </p:pic>
    </p:spTree>
    <p:extLst>
      <p:ext uri="{BB962C8B-B14F-4D97-AF65-F5344CB8AC3E}">
        <p14:creationId xmlns:p14="http://schemas.microsoft.com/office/powerpoint/2010/main" val="4090634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C9B99334-CFF9-6710-CB3B-D82A12B59754}"/>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9647088E-B2F4-356C-BCCF-63323A9C4A84}"/>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6" name="Picture 5">
            <a:extLst>
              <a:ext uri="{FF2B5EF4-FFF2-40B4-BE49-F238E27FC236}">
                <a16:creationId xmlns:a16="http://schemas.microsoft.com/office/drawing/2014/main" id="{4EAC6CC7-1243-9335-3596-221C67059E58}"/>
              </a:ext>
            </a:extLst>
          </p:cNvPr>
          <p:cNvPicPr>
            <a:picLocks noChangeAspect="1"/>
          </p:cNvPicPr>
          <p:nvPr/>
        </p:nvPicPr>
        <p:blipFill>
          <a:blip r:embed="rId3"/>
          <a:stretch>
            <a:fillRect/>
          </a:stretch>
        </p:blipFill>
        <p:spPr>
          <a:xfrm>
            <a:off x="723566" y="940101"/>
            <a:ext cx="6871034" cy="3834020"/>
          </a:xfrm>
          <a:prstGeom prst="rect">
            <a:avLst/>
          </a:prstGeom>
        </p:spPr>
      </p:pic>
    </p:spTree>
    <p:extLst>
      <p:ext uri="{BB962C8B-B14F-4D97-AF65-F5344CB8AC3E}">
        <p14:creationId xmlns:p14="http://schemas.microsoft.com/office/powerpoint/2010/main" val="16685906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97D94A9B-405A-1E4E-4B84-A22BB5D5133C}"/>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915B463A-E286-FA28-9EB6-0D8FBA6BD451}"/>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3" name="Picture 2">
            <a:extLst>
              <a:ext uri="{FF2B5EF4-FFF2-40B4-BE49-F238E27FC236}">
                <a16:creationId xmlns:a16="http://schemas.microsoft.com/office/drawing/2014/main" id="{535E3C0F-A33B-7EFB-553C-6C88EBECDA3B}"/>
              </a:ext>
            </a:extLst>
          </p:cNvPr>
          <p:cNvPicPr>
            <a:picLocks noChangeAspect="1"/>
          </p:cNvPicPr>
          <p:nvPr/>
        </p:nvPicPr>
        <p:blipFill>
          <a:blip r:embed="rId3"/>
          <a:stretch>
            <a:fillRect/>
          </a:stretch>
        </p:blipFill>
        <p:spPr>
          <a:xfrm>
            <a:off x="685463" y="842533"/>
            <a:ext cx="6896437" cy="3962070"/>
          </a:xfrm>
          <a:prstGeom prst="rect">
            <a:avLst/>
          </a:prstGeom>
        </p:spPr>
      </p:pic>
    </p:spTree>
    <p:extLst>
      <p:ext uri="{BB962C8B-B14F-4D97-AF65-F5344CB8AC3E}">
        <p14:creationId xmlns:p14="http://schemas.microsoft.com/office/powerpoint/2010/main" val="4277225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E1FBDF23-8F97-C22D-386B-C57A351F2C50}"/>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7AB7E333-BE1D-F864-87F3-942F4156C975}"/>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4" name="Picture 3">
            <a:extLst>
              <a:ext uri="{FF2B5EF4-FFF2-40B4-BE49-F238E27FC236}">
                <a16:creationId xmlns:a16="http://schemas.microsoft.com/office/drawing/2014/main" id="{E70D0617-A72C-D2A1-3107-C1D6FC4C303C}"/>
              </a:ext>
            </a:extLst>
          </p:cNvPr>
          <p:cNvPicPr>
            <a:picLocks noChangeAspect="1"/>
          </p:cNvPicPr>
          <p:nvPr/>
        </p:nvPicPr>
        <p:blipFill>
          <a:blip r:embed="rId3"/>
          <a:stretch>
            <a:fillRect/>
          </a:stretch>
        </p:blipFill>
        <p:spPr>
          <a:xfrm>
            <a:off x="700705" y="886950"/>
            <a:ext cx="6843095" cy="3879550"/>
          </a:xfrm>
          <a:prstGeom prst="rect">
            <a:avLst/>
          </a:prstGeom>
        </p:spPr>
      </p:pic>
    </p:spTree>
    <p:extLst>
      <p:ext uri="{BB962C8B-B14F-4D97-AF65-F5344CB8AC3E}">
        <p14:creationId xmlns:p14="http://schemas.microsoft.com/office/powerpoint/2010/main" val="4171960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13">
          <a:extLst>
            <a:ext uri="{FF2B5EF4-FFF2-40B4-BE49-F238E27FC236}">
              <a16:creationId xmlns:a16="http://schemas.microsoft.com/office/drawing/2014/main" id="{79210024-B1AC-43B2-5784-525096EFE22D}"/>
            </a:ext>
          </a:extLst>
        </p:cNvPr>
        <p:cNvGrpSpPr/>
        <p:nvPr/>
      </p:nvGrpSpPr>
      <p:grpSpPr>
        <a:xfrm>
          <a:off x="0" y="0"/>
          <a:ext cx="0" cy="0"/>
          <a:chOff x="0" y="0"/>
          <a:chExt cx="0" cy="0"/>
        </a:xfrm>
      </p:grpSpPr>
      <p:sp>
        <p:nvSpPr>
          <p:cNvPr id="314" name="Google Shape;314;p43">
            <a:extLst>
              <a:ext uri="{FF2B5EF4-FFF2-40B4-BE49-F238E27FC236}">
                <a16:creationId xmlns:a16="http://schemas.microsoft.com/office/drawing/2014/main" id="{A80B4ECD-0270-E39C-2A3D-C07BB16EBED3}"/>
              </a:ext>
            </a:extLst>
          </p:cNvPr>
          <p:cNvSpPr txBox="1">
            <a:spLocks noGrp="1"/>
          </p:cNvSpPr>
          <p:nvPr>
            <p:ph type="title"/>
          </p:nvPr>
        </p:nvSpPr>
        <p:spPr>
          <a:xfrm>
            <a:off x="643800" y="232049"/>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EXPLORATORY DATA ANALYSIS</a:t>
            </a:r>
            <a:endParaRPr dirty="0"/>
          </a:p>
        </p:txBody>
      </p:sp>
      <p:pic>
        <p:nvPicPr>
          <p:cNvPr id="3" name="Picture 2">
            <a:extLst>
              <a:ext uri="{FF2B5EF4-FFF2-40B4-BE49-F238E27FC236}">
                <a16:creationId xmlns:a16="http://schemas.microsoft.com/office/drawing/2014/main" id="{E3716F2C-1137-EC68-D444-5D64439C7212}"/>
              </a:ext>
            </a:extLst>
          </p:cNvPr>
          <p:cNvPicPr>
            <a:picLocks noChangeAspect="1"/>
          </p:cNvPicPr>
          <p:nvPr/>
        </p:nvPicPr>
        <p:blipFill>
          <a:blip r:embed="rId3"/>
          <a:stretch>
            <a:fillRect/>
          </a:stretch>
        </p:blipFill>
        <p:spPr>
          <a:xfrm>
            <a:off x="754065" y="922684"/>
            <a:ext cx="6815430" cy="3808066"/>
          </a:xfrm>
          <a:prstGeom prst="rect">
            <a:avLst/>
          </a:prstGeom>
        </p:spPr>
      </p:pic>
    </p:spTree>
    <p:extLst>
      <p:ext uri="{BB962C8B-B14F-4D97-AF65-F5344CB8AC3E}">
        <p14:creationId xmlns:p14="http://schemas.microsoft.com/office/powerpoint/2010/main" val="372105046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33DECE-9DEB-39D8-4834-6A9091877817}"/>
              </a:ext>
            </a:extLst>
          </p:cNvPr>
          <p:cNvSpPr>
            <a:spLocks noGrp="1"/>
          </p:cNvSpPr>
          <p:nvPr>
            <p:ph type="title"/>
          </p:nvPr>
        </p:nvSpPr>
        <p:spPr/>
        <p:txBody>
          <a:bodyPr/>
          <a:lstStyle/>
          <a:p>
            <a:r>
              <a:rPr lang="en-IN" dirty="0"/>
              <a:t>STATISTICAL TESTS AND PLOTS</a:t>
            </a:r>
          </a:p>
        </p:txBody>
      </p:sp>
      <p:pic>
        <p:nvPicPr>
          <p:cNvPr id="5" name="Picture 4">
            <a:extLst>
              <a:ext uri="{FF2B5EF4-FFF2-40B4-BE49-F238E27FC236}">
                <a16:creationId xmlns:a16="http://schemas.microsoft.com/office/drawing/2014/main" id="{7458B8CE-BED1-DF77-2171-39F8D5869EE3}"/>
              </a:ext>
            </a:extLst>
          </p:cNvPr>
          <p:cNvPicPr>
            <a:picLocks noChangeAspect="1"/>
          </p:cNvPicPr>
          <p:nvPr/>
        </p:nvPicPr>
        <p:blipFill>
          <a:blip r:embed="rId2"/>
          <a:stretch>
            <a:fillRect/>
          </a:stretch>
        </p:blipFill>
        <p:spPr>
          <a:xfrm>
            <a:off x="720000" y="1149350"/>
            <a:ext cx="2867011" cy="1505141"/>
          </a:xfrm>
          <a:prstGeom prst="rect">
            <a:avLst/>
          </a:prstGeom>
        </p:spPr>
      </p:pic>
      <p:pic>
        <p:nvPicPr>
          <p:cNvPr id="8" name="Picture 7">
            <a:extLst>
              <a:ext uri="{FF2B5EF4-FFF2-40B4-BE49-F238E27FC236}">
                <a16:creationId xmlns:a16="http://schemas.microsoft.com/office/drawing/2014/main" id="{D47D6677-F0E3-A97E-31E2-A58699AB7D44}"/>
              </a:ext>
            </a:extLst>
          </p:cNvPr>
          <p:cNvPicPr>
            <a:picLocks noChangeAspect="1"/>
          </p:cNvPicPr>
          <p:nvPr/>
        </p:nvPicPr>
        <p:blipFill>
          <a:blip r:embed="rId3"/>
          <a:stretch>
            <a:fillRect/>
          </a:stretch>
        </p:blipFill>
        <p:spPr>
          <a:xfrm>
            <a:off x="4225200" y="1149350"/>
            <a:ext cx="2778849" cy="1520502"/>
          </a:xfrm>
          <a:prstGeom prst="rect">
            <a:avLst/>
          </a:prstGeom>
        </p:spPr>
      </p:pic>
      <p:pic>
        <p:nvPicPr>
          <p:cNvPr id="10" name="Picture 9">
            <a:extLst>
              <a:ext uri="{FF2B5EF4-FFF2-40B4-BE49-F238E27FC236}">
                <a16:creationId xmlns:a16="http://schemas.microsoft.com/office/drawing/2014/main" id="{778BDFD6-CB84-F7A6-FB3B-3E53731764CD}"/>
              </a:ext>
            </a:extLst>
          </p:cNvPr>
          <p:cNvPicPr>
            <a:picLocks noChangeAspect="1"/>
          </p:cNvPicPr>
          <p:nvPr/>
        </p:nvPicPr>
        <p:blipFill>
          <a:blip r:embed="rId4"/>
          <a:stretch>
            <a:fillRect/>
          </a:stretch>
        </p:blipFill>
        <p:spPr>
          <a:xfrm>
            <a:off x="720000" y="2832099"/>
            <a:ext cx="2867010" cy="1687633"/>
          </a:xfrm>
          <a:prstGeom prst="rect">
            <a:avLst/>
          </a:prstGeom>
        </p:spPr>
      </p:pic>
      <p:pic>
        <p:nvPicPr>
          <p:cNvPr id="12" name="Picture 11">
            <a:extLst>
              <a:ext uri="{FF2B5EF4-FFF2-40B4-BE49-F238E27FC236}">
                <a16:creationId xmlns:a16="http://schemas.microsoft.com/office/drawing/2014/main" id="{66332C77-3F1C-3EE2-2DF2-66E1ECBB90F1}"/>
              </a:ext>
            </a:extLst>
          </p:cNvPr>
          <p:cNvPicPr>
            <a:picLocks noChangeAspect="1"/>
          </p:cNvPicPr>
          <p:nvPr/>
        </p:nvPicPr>
        <p:blipFill>
          <a:blip r:embed="rId5"/>
          <a:stretch>
            <a:fillRect/>
          </a:stretch>
        </p:blipFill>
        <p:spPr>
          <a:xfrm>
            <a:off x="4221795" y="2832099"/>
            <a:ext cx="2863605" cy="1687633"/>
          </a:xfrm>
          <a:prstGeom prst="rect">
            <a:avLst/>
          </a:prstGeom>
        </p:spPr>
      </p:pic>
    </p:spTree>
    <p:extLst>
      <p:ext uri="{BB962C8B-B14F-4D97-AF65-F5344CB8AC3E}">
        <p14:creationId xmlns:p14="http://schemas.microsoft.com/office/powerpoint/2010/main" val="7298307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13B39-41AD-88CD-5228-F6F6E3EB32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724DCC-B24B-31B9-798E-3EB9A44B2ACA}"/>
              </a:ext>
            </a:extLst>
          </p:cNvPr>
          <p:cNvSpPr>
            <a:spLocks noGrp="1"/>
          </p:cNvSpPr>
          <p:nvPr>
            <p:ph type="title"/>
          </p:nvPr>
        </p:nvSpPr>
        <p:spPr/>
        <p:txBody>
          <a:bodyPr/>
          <a:lstStyle/>
          <a:p>
            <a:r>
              <a:rPr lang="en-IN" dirty="0"/>
              <a:t>STATISTICAL TESTS AND PLOTS</a:t>
            </a:r>
          </a:p>
        </p:txBody>
      </p:sp>
      <p:pic>
        <p:nvPicPr>
          <p:cNvPr id="15" name="Picture 14">
            <a:extLst>
              <a:ext uri="{FF2B5EF4-FFF2-40B4-BE49-F238E27FC236}">
                <a16:creationId xmlns:a16="http://schemas.microsoft.com/office/drawing/2014/main" id="{476F50A6-D19B-0662-3AEA-FF5C8603EF0F}"/>
              </a:ext>
            </a:extLst>
          </p:cNvPr>
          <p:cNvPicPr>
            <a:picLocks noChangeAspect="1"/>
          </p:cNvPicPr>
          <p:nvPr/>
        </p:nvPicPr>
        <p:blipFill>
          <a:blip r:embed="rId2"/>
          <a:stretch>
            <a:fillRect/>
          </a:stretch>
        </p:blipFill>
        <p:spPr>
          <a:xfrm>
            <a:off x="826447" y="1073150"/>
            <a:ext cx="2710503" cy="1565884"/>
          </a:xfrm>
          <a:prstGeom prst="rect">
            <a:avLst/>
          </a:prstGeom>
        </p:spPr>
      </p:pic>
      <p:pic>
        <p:nvPicPr>
          <p:cNvPr id="17" name="Picture 16">
            <a:extLst>
              <a:ext uri="{FF2B5EF4-FFF2-40B4-BE49-F238E27FC236}">
                <a16:creationId xmlns:a16="http://schemas.microsoft.com/office/drawing/2014/main" id="{12A0DB9E-F3A4-1BF8-B7AC-C82C04227AB6}"/>
              </a:ext>
            </a:extLst>
          </p:cNvPr>
          <p:cNvPicPr>
            <a:picLocks noChangeAspect="1"/>
          </p:cNvPicPr>
          <p:nvPr/>
        </p:nvPicPr>
        <p:blipFill>
          <a:blip r:embed="rId3"/>
          <a:stretch>
            <a:fillRect/>
          </a:stretch>
        </p:blipFill>
        <p:spPr>
          <a:xfrm>
            <a:off x="826447" y="2846394"/>
            <a:ext cx="2710503" cy="1583915"/>
          </a:xfrm>
          <a:prstGeom prst="rect">
            <a:avLst/>
          </a:prstGeom>
        </p:spPr>
      </p:pic>
      <p:pic>
        <p:nvPicPr>
          <p:cNvPr id="19" name="Picture 18">
            <a:extLst>
              <a:ext uri="{FF2B5EF4-FFF2-40B4-BE49-F238E27FC236}">
                <a16:creationId xmlns:a16="http://schemas.microsoft.com/office/drawing/2014/main" id="{E4F7AC65-F07F-0E4D-1083-44C4C6FDBAF2}"/>
              </a:ext>
            </a:extLst>
          </p:cNvPr>
          <p:cNvPicPr>
            <a:picLocks noChangeAspect="1"/>
          </p:cNvPicPr>
          <p:nvPr/>
        </p:nvPicPr>
        <p:blipFill>
          <a:blip r:embed="rId4"/>
          <a:stretch>
            <a:fillRect/>
          </a:stretch>
        </p:blipFill>
        <p:spPr>
          <a:xfrm>
            <a:off x="4170344" y="1073150"/>
            <a:ext cx="2712954" cy="1565884"/>
          </a:xfrm>
          <a:prstGeom prst="rect">
            <a:avLst/>
          </a:prstGeom>
        </p:spPr>
      </p:pic>
      <p:pic>
        <p:nvPicPr>
          <p:cNvPr id="23" name="Picture 22">
            <a:extLst>
              <a:ext uri="{FF2B5EF4-FFF2-40B4-BE49-F238E27FC236}">
                <a16:creationId xmlns:a16="http://schemas.microsoft.com/office/drawing/2014/main" id="{A31B1BE8-12C7-1060-E17B-5A8CFA5AF48E}"/>
              </a:ext>
            </a:extLst>
          </p:cNvPr>
          <p:cNvPicPr>
            <a:picLocks noChangeAspect="1"/>
          </p:cNvPicPr>
          <p:nvPr/>
        </p:nvPicPr>
        <p:blipFill>
          <a:blip r:embed="rId5"/>
          <a:stretch>
            <a:fillRect/>
          </a:stretch>
        </p:blipFill>
        <p:spPr>
          <a:xfrm>
            <a:off x="4170344" y="2846394"/>
            <a:ext cx="2731757" cy="1517043"/>
          </a:xfrm>
          <a:prstGeom prst="rect">
            <a:avLst/>
          </a:prstGeom>
        </p:spPr>
      </p:pic>
    </p:spTree>
    <p:extLst>
      <p:ext uri="{BB962C8B-B14F-4D97-AF65-F5344CB8AC3E}">
        <p14:creationId xmlns:p14="http://schemas.microsoft.com/office/powerpoint/2010/main" val="2189388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56C770-69E6-BAB8-FBA0-520B6AD89E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3DB276-A31D-9877-B37F-034D9DC0B2A9}"/>
              </a:ext>
            </a:extLst>
          </p:cNvPr>
          <p:cNvSpPr>
            <a:spLocks noGrp="1"/>
          </p:cNvSpPr>
          <p:nvPr>
            <p:ph type="title"/>
          </p:nvPr>
        </p:nvSpPr>
        <p:spPr/>
        <p:txBody>
          <a:bodyPr/>
          <a:lstStyle/>
          <a:p>
            <a:r>
              <a:rPr lang="en-IN" dirty="0"/>
              <a:t>STATISTICAL TESTS AND PLOTS</a:t>
            </a:r>
          </a:p>
        </p:txBody>
      </p:sp>
      <p:pic>
        <p:nvPicPr>
          <p:cNvPr id="5" name="Picture 4">
            <a:extLst>
              <a:ext uri="{FF2B5EF4-FFF2-40B4-BE49-F238E27FC236}">
                <a16:creationId xmlns:a16="http://schemas.microsoft.com/office/drawing/2014/main" id="{9F33199F-6D2B-362A-A5D7-375372FECB0A}"/>
              </a:ext>
            </a:extLst>
          </p:cNvPr>
          <p:cNvPicPr>
            <a:picLocks noChangeAspect="1"/>
          </p:cNvPicPr>
          <p:nvPr/>
        </p:nvPicPr>
        <p:blipFill>
          <a:blip r:embed="rId2"/>
          <a:stretch>
            <a:fillRect/>
          </a:stretch>
        </p:blipFill>
        <p:spPr>
          <a:xfrm>
            <a:off x="795955" y="1149349"/>
            <a:ext cx="2912446" cy="1622485"/>
          </a:xfrm>
          <a:prstGeom prst="rect">
            <a:avLst/>
          </a:prstGeom>
        </p:spPr>
      </p:pic>
      <p:pic>
        <p:nvPicPr>
          <p:cNvPr id="9" name="Picture 8">
            <a:extLst>
              <a:ext uri="{FF2B5EF4-FFF2-40B4-BE49-F238E27FC236}">
                <a16:creationId xmlns:a16="http://schemas.microsoft.com/office/drawing/2014/main" id="{4817D8D9-B519-9D50-23EE-D75EB7849907}"/>
              </a:ext>
            </a:extLst>
          </p:cNvPr>
          <p:cNvPicPr>
            <a:picLocks noChangeAspect="1"/>
          </p:cNvPicPr>
          <p:nvPr/>
        </p:nvPicPr>
        <p:blipFill>
          <a:blip r:embed="rId3"/>
          <a:stretch>
            <a:fillRect/>
          </a:stretch>
        </p:blipFill>
        <p:spPr>
          <a:xfrm>
            <a:off x="4395136" y="1149349"/>
            <a:ext cx="2903847" cy="1622485"/>
          </a:xfrm>
          <a:prstGeom prst="rect">
            <a:avLst/>
          </a:prstGeom>
        </p:spPr>
      </p:pic>
      <p:pic>
        <p:nvPicPr>
          <p:cNvPr id="13" name="Picture 12">
            <a:extLst>
              <a:ext uri="{FF2B5EF4-FFF2-40B4-BE49-F238E27FC236}">
                <a16:creationId xmlns:a16="http://schemas.microsoft.com/office/drawing/2014/main" id="{CD275E7F-6980-2766-248D-26067CE7ABA1}"/>
              </a:ext>
            </a:extLst>
          </p:cNvPr>
          <p:cNvPicPr>
            <a:picLocks noChangeAspect="1"/>
          </p:cNvPicPr>
          <p:nvPr/>
        </p:nvPicPr>
        <p:blipFill>
          <a:blip r:embed="rId4"/>
          <a:stretch>
            <a:fillRect/>
          </a:stretch>
        </p:blipFill>
        <p:spPr>
          <a:xfrm>
            <a:off x="795956" y="2903459"/>
            <a:ext cx="2912446" cy="1559828"/>
          </a:xfrm>
          <a:prstGeom prst="rect">
            <a:avLst/>
          </a:prstGeom>
        </p:spPr>
      </p:pic>
      <p:pic>
        <p:nvPicPr>
          <p:cNvPr id="15" name="Picture 14">
            <a:extLst>
              <a:ext uri="{FF2B5EF4-FFF2-40B4-BE49-F238E27FC236}">
                <a16:creationId xmlns:a16="http://schemas.microsoft.com/office/drawing/2014/main" id="{B127F0B9-6F01-FD09-E975-ED3279C958AF}"/>
              </a:ext>
            </a:extLst>
          </p:cNvPr>
          <p:cNvPicPr>
            <a:picLocks noChangeAspect="1"/>
          </p:cNvPicPr>
          <p:nvPr/>
        </p:nvPicPr>
        <p:blipFill>
          <a:blip r:embed="rId5"/>
          <a:stretch>
            <a:fillRect/>
          </a:stretch>
        </p:blipFill>
        <p:spPr>
          <a:xfrm>
            <a:off x="4386537" y="2885953"/>
            <a:ext cx="2912446" cy="1588607"/>
          </a:xfrm>
          <a:prstGeom prst="rect">
            <a:avLst/>
          </a:prstGeom>
        </p:spPr>
      </p:pic>
    </p:spTree>
    <p:extLst>
      <p:ext uri="{BB962C8B-B14F-4D97-AF65-F5344CB8AC3E}">
        <p14:creationId xmlns:p14="http://schemas.microsoft.com/office/powerpoint/2010/main" val="323379338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26211-1144-D42A-7194-65E5B19758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FFC9F4-3FB6-E9B1-98F6-30F1AD52DA29}"/>
              </a:ext>
            </a:extLst>
          </p:cNvPr>
          <p:cNvSpPr>
            <a:spLocks noGrp="1"/>
          </p:cNvSpPr>
          <p:nvPr>
            <p:ph type="title"/>
          </p:nvPr>
        </p:nvSpPr>
        <p:spPr/>
        <p:txBody>
          <a:bodyPr/>
          <a:lstStyle/>
          <a:p>
            <a:r>
              <a:rPr lang="en-IN" dirty="0"/>
              <a:t>STATISTICAL TESTS AND PLOTS</a:t>
            </a:r>
          </a:p>
        </p:txBody>
      </p:sp>
      <p:pic>
        <p:nvPicPr>
          <p:cNvPr id="4" name="Picture 3">
            <a:extLst>
              <a:ext uri="{FF2B5EF4-FFF2-40B4-BE49-F238E27FC236}">
                <a16:creationId xmlns:a16="http://schemas.microsoft.com/office/drawing/2014/main" id="{F7DC0901-357D-C667-9BA8-EBC2B9B6066E}"/>
              </a:ext>
            </a:extLst>
          </p:cNvPr>
          <p:cNvPicPr>
            <a:picLocks noChangeAspect="1"/>
          </p:cNvPicPr>
          <p:nvPr/>
        </p:nvPicPr>
        <p:blipFill>
          <a:blip r:embed="rId2"/>
          <a:stretch>
            <a:fillRect/>
          </a:stretch>
        </p:blipFill>
        <p:spPr>
          <a:xfrm>
            <a:off x="795956" y="1108558"/>
            <a:ext cx="2721944" cy="1538841"/>
          </a:xfrm>
          <a:prstGeom prst="rect">
            <a:avLst/>
          </a:prstGeom>
        </p:spPr>
      </p:pic>
      <p:pic>
        <p:nvPicPr>
          <p:cNvPr id="10" name="Picture 9">
            <a:extLst>
              <a:ext uri="{FF2B5EF4-FFF2-40B4-BE49-F238E27FC236}">
                <a16:creationId xmlns:a16="http://schemas.microsoft.com/office/drawing/2014/main" id="{3B4DE1F5-DB50-D790-939C-4BD44BFA07E1}"/>
              </a:ext>
            </a:extLst>
          </p:cNvPr>
          <p:cNvPicPr>
            <a:picLocks noChangeAspect="1"/>
          </p:cNvPicPr>
          <p:nvPr/>
        </p:nvPicPr>
        <p:blipFill>
          <a:blip r:embed="rId3"/>
          <a:stretch>
            <a:fillRect/>
          </a:stretch>
        </p:blipFill>
        <p:spPr>
          <a:xfrm>
            <a:off x="4234796" y="1118819"/>
            <a:ext cx="2721945" cy="1528580"/>
          </a:xfrm>
          <a:prstGeom prst="rect">
            <a:avLst/>
          </a:prstGeom>
        </p:spPr>
      </p:pic>
      <p:pic>
        <p:nvPicPr>
          <p:cNvPr id="12" name="Picture 11">
            <a:extLst>
              <a:ext uri="{FF2B5EF4-FFF2-40B4-BE49-F238E27FC236}">
                <a16:creationId xmlns:a16="http://schemas.microsoft.com/office/drawing/2014/main" id="{B35071D7-6662-CE5E-2EC1-3F2968CF3533}"/>
              </a:ext>
            </a:extLst>
          </p:cNvPr>
          <p:cNvPicPr>
            <a:picLocks noChangeAspect="1"/>
          </p:cNvPicPr>
          <p:nvPr/>
        </p:nvPicPr>
        <p:blipFill>
          <a:blip r:embed="rId4"/>
          <a:stretch>
            <a:fillRect/>
          </a:stretch>
        </p:blipFill>
        <p:spPr>
          <a:xfrm>
            <a:off x="795956" y="2826222"/>
            <a:ext cx="2787438" cy="1538841"/>
          </a:xfrm>
          <a:prstGeom prst="rect">
            <a:avLst/>
          </a:prstGeom>
        </p:spPr>
      </p:pic>
      <p:pic>
        <p:nvPicPr>
          <p:cNvPr id="18" name="Picture 17">
            <a:extLst>
              <a:ext uri="{FF2B5EF4-FFF2-40B4-BE49-F238E27FC236}">
                <a16:creationId xmlns:a16="http://schemas.microsoft.com/office/drawing/2014/main" id="{2309D03B-E0C7-4380-46F1-00554A56C9AC}"/>
              </a:ext>
            </a:extLst>
          </p:cNvPr>
          <p:cNvPicPr>
            <a:picLocks noChangeAspect="1"/>
          </p:cNvPicPr>
          <p:nvPr/>
        </p:nvPicPr>
        <p:blipFill>
          <a:blip r:embed="rId5"/>
          <a:stretch>
            <a:fillRect/>
          </a:stretch>
        </p:blipFill>
        <p:spPr>
          <a:xfrm>
            <a:off x="4234796" y="2826222"/>
            <a:ext cx="2721945" cy="1528580"/>
          </a:xfrm>
          <a:prstGeom prst="rect">
            <a:avLst/>
          </a:prstGeom>
        </p:spPr>
      </p:pic>
    </p:spTree>
    <p:extLst>
      <p:ext uri="{BB962C8B-B14F-4D97-AF65-F5344CB8AC3E}">
        <p14:creationId xmlns:p14="http://schemas.microsoft.com/office/powerpoint/2010/main" val="394847849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0875-0567-5347-02F1-A2DA268D4D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739DA8-465C-9FAC-DE84-065494579A92}"/>
              </a:ext>
            </a:extLst>
          </p:cNvPr>
          <p:cNvSpPr>
            <a:spLocks noGrp="1"/>
          </p:cNvSpPr>
          <p:nvPr>
            <p:ph type="title"/>
          </p:nvPr>
        </p:nvSpPr>
        <p:spPr/>
        <p:txBody>
          <a:bodyPr/>
          <a:lstStyle/>
          <a:p>
            <a:r>
              <a:rPr lang="en-IN" dirty="0"/>
              <a:t>STATISTICAL TESTS AND PLOTS</a:t>
            </a:r>
          </a:p>
        </p:txBody>
      </p:sp>
      <p:pic>
        <p:nvPicPr>
          <p:cNvPr id="5" name="Picture 4">
            <a:extLst>
              <a:ext uri="{FF2B5EF4-FFF2-40B4-BE49-F238E27FC236}">
                <a16:creationId xmlns:a16="http://schemas.microsoft.com/office/drawing/2014/main" id="{FFC056BA-9373-ABD8-9E78-9B97C736E49E}"/>
              </a:ext>
            </a:extLst>
          </p:cNvPr>
          <p:cNvPicPr>
            <a:picLocks noChangeAspect="1"/>
          </p:cNvPicPr>
          <p:nvPr/>
        </p:nvPicPr>
        <p:blipFill>
          <a:blip r:embed="rId2"/>
          <a:stretch>
            <a:fillRect/>
          </a:stretch>
        </p:blipFill>
        <p:spPr>
          <a:xfrm>
            <a:off x="795956" y="1017725"/>
            <a:ext cx="3269591" cy="1554025"/>
          </a:xfrm>
          <a:prstGeom prst="rect">
            <a:avLst/>
          </a:prstGeom>
        </p:spPr>
      </p:pic>
      <p:pic>
        <p:nvPicPr>
          <p:cNvPr id="7" name="Picture 6">
            <a:extLst>
              <a:ext uri="{FF2B5EF4-FFF2-40B4-BE49-F238E27FC236}">
                <a16:creationId xmlns:a16="http://schemas.microsoft.com/office/drawing/2014/main" id="{2E2D55B9-A27D-4F65-EB51-22E8EAE9164F}"/>
              </a:ext>
            </a:extLst>
          </p:cNvPr>
          <p:cNvPicPr>
            <a:picLocks noChangeAspect="1"/>
          </p:cNvPicPr>
          <p:nvPr/>
        </p:nvPicPr>
        <p:blipFill>
          <a:blip r:embed="rId3"/>
          <a:stretch>
            <a:fillRect/>
          </a:stretch>
        </p:blipFill>
        <p:spPr>
          <a:xfrm>
            <a:off x="795956" y="2776674"/>
            <a:ext cx="3269591" cy="1554025"/>
          </a:xfrm>
          <a:prstGeom prst="rect">
            <a:avLst/>
          </a:prstGeom>
        </p:spPr>
      </p:pic>
      <p:pic>
        <p:nvPicPr>
          <p:cNvPr id="9" name="Picture 8">
            <a:extLst>
              <a:ext uri="{FF2B5EF4-FFF2-40B4-BE49-F238E27FC236}">
                <a16:creationId xmlns:a16="http://schemas.microsoft.com/office/drawing/2014/main" id="{8CB73076-6C05-8D1D-E1B6-23F10893E3A6}"/>
              </a:ext>
            </a:extLst>
          </p:cNvPr>
          <p:cNvPicPr>
            <a:picLocks noChangeAspect="1"/>
          </p:cNvPicPr>
          <p:nvPr/>
        </p:nvPicPr>
        <p:blipFill>
          <a:blip r:embed="rId4"/>
          <a:stretch>
            <a:fillRect/>
          </a:stretch>
        </p:blipFill>
        <p:spPr>
          <a:xfrm>
            <a:off x="4636150" y="1015337"/>
            <a:ext cx="2990200" cy="1563850"/>
          </a:xfrm>
          <a:prstGeom prst="rect">
            <a:avLst/>
          </a:prstGeom>
        </p:spPr>
      </p:pic>
      <p:pic>
        <p:nvPicPr>
          <p:cNvPr id="13" name="Picture 12">
            <a:extLst>
              <a:ext uri="{FF2B5EF4-FFF2-40B4-BE49-F238E27FC236}">
                <a16:creationId xmlns:a16="http://schemas.microsoft.com/office/drawing/2014/main" id="{75D2FDB2-0779-E72A-D0BD-ACABEB1C7BB4}"/>
              </a:ext>
            </a:extLst>
          </p:cNvPr>
          <p:cNvPicPr>
            <a:picLocks noChangeAspect="1"/>
          </p:cNvPicPr>
          <p:nvPr/>
        </p:nvPicPr>
        <p:blipFill>
          <a:blip r:embed="rId5"/>
          <a:stretch>
            <a:fillRect/>
          </a:stretch>
        </p:blipFill>
        <p:spPr>
          <a:xfrm>
            <a:off x="4636150" y="2731230"/>
            <a:ext cx="2990200" cy="1644912"/>
          </a:xfrm>
          <a:prstGeom prst="rect">
            <a:avLst/>
          </a:prstGeom>
        </p:spPr>
      </p:pic>
    </p:spTree>
    <p:extLst>
      <p:ext uri="{BB962C8B-B14F-4D97-AF65-F5344CB8AC3E}">
        <p14:creationId xmlns:p14="http://schemas.microsoft.com/office/powerpoint/2010/main" val="25052194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8F2E8-3446-C988-FC7F-45BDA0C6D4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F92991-A829-EDD7-498E-177BED336F83}"/>
              </a:ext>
            </a:extLst>
          </p:cNvPr>
          <p:cNvSpPr>
            <a:spLocks noGrp="1"/>
          </p:cNvSpPr>
          <p:nvPr>
            <p:ph type="title"/>
          </p:nvPr>
        </p:nvSpPr>
        <p:spPr/>
        <p:txBody>
          <a:bodyPr/>
          <a:lstStyle/>
          <a:p>
            <a:r>
              <a:rPr lang="en-IN" dirty="0"/>
              <a:t>STATISTICAL TESTS AND PLOTS</a:t>
            </a:r>
          </a:p>
        </p:txBody>
      </p:sp>
      <p:pic>
        <p:nvPicPr>
          <p:cNvPr id="4" name="Picture 3">
            <a:extLst>
              <a:ext uri="{FF2B5EF4-FFF2-40B4-BE49-F238E27FC236}">
                <a16:creationId xmlns:a16="http://schemas.microsoft.com/office/drawing/2014/main" id="{661B883E-EDE7-D60A-9E2C-3B8646682B63}"/>
              </a:ext>
            </a:extLst>
          </p:cNvPr>
          <p:cNvPicPr>
            <a:picLocks noChangeAspect="1"/>
          </p:cNvPicPr>
          <p:nvPr/>
        </p:nvPicPr>
        <p:blipFill>
          <a:blip r:embed="rId2"/>
          <a:stretch>
            <a:fillRect/>
          </a:stretch>
        </p:blipFill>
        <p:spPr>
          <a:xfrm>
            <a:off x="795957" y="1015337"/>
            <a:ext cx="3269590" cy="1657000"/>
          </a:xfrm>
          <a:prstGeom prst="rect">
            <a:avLst/>
          </a:prstGeom>
        </p:spPr>
      </p:pic>
      <p:pic>
        <p:nvPicPr>
          <p:cNvPr id="8" name="Picture 7">
            <a:extLst>
              <a:ext uri="{FF2B5EF4-FFF2-40B4-BE49-F238E27FC236}">
                <a16:creationId xmlns:a16="http://schemas.microsoft.com/office/drawing/2014/main" id="{057D64A4-5771-4C2B-405B-1282495F054E}"/>
              </a:ext>
            </a:extLst>
          </p:cNvPr>
          <p:cNvPicPr>
            <a:picLocks noChangeAspect="1"/>
          </p:cNvPicPr>
          <p:nvPr/>
        </p:nvPicPr>
        <p:blipFill>
          <a:blip r:embed="rId3"/>
          <a:stretch>
            <a:fillRect/>
          </a:stretch>
        </p:blipFill>
        <p:spPr>
          <a:xfrm>
            <a:off x="4636150" y="1015337"/>
            <a:ext cx="2945750" cy="1692425"/>
          </a:xfrm>
          <a:prstGeom prst="rect">
            <a:avLst/>
          </a:prstGeom>
        </p:spPr>
      </p:pic>
      <p:pic>
        <p:nvPicPr>
          <p:cNvPr id="11" name="Picture 10">
            <a:extLst>
              <a:ext uri="{FF2B5EF4-FFF2-40B4-BE49-F238E27FC236}">
                <a16:creationId xmlns:a16="http://schemas.microsoft.com/office/drawing/2014/main" id="{A286CFD6-4372-F93C-B413-56B8C536528D}"/>
              </a:ext>
            </a:extLst>
          </p:cNvPr>
          <p:cNvPicPr>
            <a:picLocks noChangeAspect="1"/>
          </p:cNvPicPr>
          <p:nvPr/>
        </p:nvPicPr>
        <p:blipFill>
          <a:blip r:embed="rId4"/>
          <a:stretch>
            <a:fillRect/>
          </a:stretch>
        </p:blipFill>
        <p:spPr>
          <a:xfrm>
            <a:off x="795957" y="2800931"/>
            <a:ext cx="3269590" cy="1693770"/>
          </a:xfrm>
          <a:prstGeom prst="rect">
            <a:avLst/>
          </a:prstGeom>
        </p:spPr>
      </p:pic>
      <p:pic>
        <p:nvPicPr>
          <p:cNvPr id="14" name="Picture 13">
            <a:extLst>
              <a:ext uri="{FF2B5EF4-FFF2-40B4-BE49-F238E27FC236}">
                <a16:creationId xmlns:a16="http://schemas.microsoft.com/office/drawing/2014/main" id="{3D2B5A26-C206-0862-FC48-E55EEE572DA9}"/>
              </a:ext>
            </a:extLst>
          </p:cNvPr>
          <p:cNvPicPr>
            <a:picLocks noChangeAspect="1"/>
          </p:cNvPicPr>
          <p:nvPr/>
        </p:nvPicPr>
        <p:blipFill>
          <a:blip r:embed="rId5"/>
          <a:stretch>
            <a:fillRect/>
          </a:stretch>
        </p:blipFill>
        <p:spPr>
          <a:xfrm>
            <a:off x="4636150" y="2802276"/>
            <a:ext cx="2959558" cy="1692425"/>
          </a:xfrm>
          <a:prstGeom prst="rect">
            <a:avLst/>
          </a:prstGeom>
        </p:spPr>
      </p:pic>
    </p:spTree>
    <p:extLst>
      <p:ext uri="{BB962C8B-B14F-4D97-AF65-F5344CB8AC3E}">
        <p14:creationId xmlns:p14="http://schemas.microsoft.com/office/powerpoint/2010/main" val="4695425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44"/>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STATISTICAL TESTS AND PLOTS</a:t>
            </a:r>
            <a:endParaRPr dirty="0"/>
          </a:p>
        </p:txBody>
      </p:sp>
      <p:sp>
        <p:nvSpPr>
          <p:cNvPr id="14" name="TextBox 13">
            <a:extLst>
              <a:ext uri="{FF2B5EF4-FFF2-40B4-BE49-F238E27FC236}">
                <a16:creationId xmlns:a16="http://schemas.microsoft.com/office/drawing/2014/main" id="{C0366D35-B9C3-11E3-0CE5-B34E97FAFAAC}"/>
              </a:ext>
            </a:extLst>
          </p:cNvPr>
          <p:cNvSpPr txBox="1"/>
          <p:nvPr/>
        </p:nvSpPr>
        <p:spPr>
          <a:xfrm>
            <a:off x="793750" y="1155700"/>
            <a:ext cx="7302500" cy="2585323"/>
          </a:xfrm>
          <a:prstGeom prst="rect">
            <a:avLst/>
          </a:prstGeom>
          <a:noFill/>
        </p:spPr>
        <p:txBody>
          <a:bodyPr wrap="square" rtlCol="0">
            <a:spAutoFit/>
          </a:bodyPr>
          <a:lstStyle/>
          <a:p>
            <a:r>
              <a:rPr lang="en-US" sz="1800" dirty="0">
                <a:solidFill>
                  <a:schemeClr val="tx1"/>
                </a:solidFill>
                <a:latin typeface="Alata" panose="020B0604020202020204" charset="0"/>
                <a:cs typeface="Alata" panose="020B0604020202020204" charset="0"/>
              </a:rPr>
              <a:t>Conclusion on the basis of graph:</a:t>
            </a:r>
          </a:p>
          <a:p>
            <a:endParaRPr lang="en-US" sz="1800" dirty="0">
              <a:solidFill>
                <a:schemeClr val="tx1"/>
              </a:solidFill>
              <a:latin typeface="Alata" panose="020B0604020202020204" charset="0"/>
              <a:cs typeface="Alata" panose="020B0604020202020204" charset="0"/>
            </a:endParaRPr>
          </a:p>
          <a:p>
            <a:r>
              <a:rPr lang="en-US" sz="1800" dirty="0">
                <a:solidFill>
                  <a:schemeClr val="tx1"/>
                </a:solidFill>
                <a:latin typeface="Alata" panose="020B0604020202020204" charset="0"/>
                <a:cs typeface="Alata" panose="020B0604020202020204" charset="0"/>
              </a:rPr>
              <a:t>The mosaic plots compare flight delays (no delay = 0, delay = 1) across different airlines. The larger blue</a:t>
            </a:r>
          </a:p>
          <a:p>
            <a:r>
              <a:rPr lang="en-US" sz="1800" dirty="0">
                <a:solidFill>
                  <a:schemeClr val="tx1"/>
                </a:solidFill>
                <a:latin typeface="Alata" panose="020B0604020202020204" charset="0"/>
                <a:cs typeface="Alata" panose="020B0604020202020204" charset="0"/>
              </a:rPr>
              <a:t>areas show flights without delays, while the smaller orange areas indicate delayed flights. These plots help</a:t>
            </a:r>
          </a:p>
          <a:p>
            <a:r>
              <a:rPr lang="en-US" sz="1800" dirty="0">
                <a:solidFill>
                  <a:schemeClr val="tx1"/>
                </a:solidFill>
                <a:latin typeface="Alata" panose="020B0604020202020204" charset="0"/>
                <a:cs typeface="Alata" panose="020B0604020202020204" charset="0"/>
              </a:rPr>
              <a:t>visualize how delays vary for each airline.</a:t>
            </a:r>
          </a:p>
          <a:p>
            <a:endParaRPr lang="en-US" sz="1800" dirty="0">
              <a:solidFill>
                <a:schemeClr val="tx1"/>
              </a:solidFill>
              <a:latin typeface="Alata" panose="020B0604020202020204" charset="0"/>
              <a:cs typeface="Alata" panose="020B0604020202020204" charset="0"/>
            </a:endParaRPr>
          </a:p>
          <a:p>
            <a:endParaRPr lang="en-US" sz="1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154AC69B-D782-D063-CFE0-A3FB9134D91F}"/>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DAACB517-CFA3-7740-D496-C86184E3E336}"/>
              </a:ext>
            </a:extLst>
          </p:cNvPr>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STATISTICAL TESTS AND PLOTS</a:t>
            </a:r>
            <a:endParaRPr dirty="0"/>
          </a:p>
        </p:txBody>
      </p:sp>
      <p:sp>
        <p:nvSpPr>
          <p:cNvPr id="14" name="TextBox 13">
            <a:extLst>
              <a:ext uri="{FF2B5EF4-FFF2-40B4-BE49-F238E27FC236}">
                <a16:creationId xmlns:a16="http://schemas.microsoft.com/office/drawing/2014/main" id="{DE7C1C25-3268-3770-1F0E-5982BD32A1CC}"/>
              </a:ext>
            </a:extLst>
          </p:cNvPr>
          <p:cNvSpPr txBox="1"/>
          <p:nvPr/>
        </p:nvSpPr>
        <p:spPr>
          <a:xfrm>
            <a:off x="793750" y="1155700"/>
            <a:ext cx="7302500" cy="2862322"/>
          </a:xfrm>
          <a:prstGeom prst="rect">
            <a:avLst/>
          </a:prstGeom>
          <a:noFill/>
        </p:spPr>
        <p:txBody>
          <a:bodyPr wrap="square" rtlCol="0">
            <a:spAutoFit/>
          </a:bodyPr>
          <a:lstStyle/>
          <a:p>
            <a:r>
              <a:rPr lang="en-US" sz="1800" dirty="0">
                <a:solidFill>
                  <a:schemeClr val="tx1"/>
                </a:solidFill>
                <a:latin typeface="Alata" panose="020B0604020202020204" charset="0"/>
                <a:cs typeface="Alata" panose="020B0604020202020204" charset="0"/>
              </a:rPr>
              <a:t>Conclusion on the basis of graph:</a:t>
            </a:r>
          </a:p>
          <a:p>
            <a:endParaRPr lang="en-US" sz="1800" dirty="0">
              <a:solidFill>
                <a:schemeClr val="tx1"/>
              </a:solidFill>
              <a:latin typeface="Alata" panose="020B0604020202020204" charset="0"/>
              <a:cs typeface="Alata" panose="020B0604020202020204" charset="0"/>
            </a:endParaRPr>
          </a:p>
          <a:p>
            <a:r>
              <a:rPr lang="en-US" sz="1800" dirty="0">
                <a:solidFill>
                  <a:schemeClr val="tx1"/>
                </a:solidFill>
                <a:latin typeface="Alata" panose="020B0604020202020204" charset="0"/>
                <a:cs typeface="Alata" panose="020B0604020202020204" charset="0"/>
              </a:rPr>
              <a:t>Delays are influenced by key factors such as flight time, duration, and airport traffic, with slight variations observed across days of the week and specific airports. Important categorical and numeric variables, excluding `Airline.F9`, show strong associations with delays, making them crucial for further analysis and modeling.</a:t>
            </a:r>
          </a:p>
          <a:p>
            <a:endParaRPr lang="en-US" sz="1800" dirty="0">
              <a:solidFill>
                <a:schemeClr val="tx1"/>
              </a:solidFill>
              <a:latin typeface="Alata" panose="020B0604020202020204" charset="0"/>
              <a:cs typeface="Alata" panose="020B0604020202020204" charset="0"/>
            </a:endParaRPr>
          </a:p>
          <a:p>
            <a:endParaRPr lang="en-US" sz="1800" dirty="0">
              <a:solidFill>
                <a:schemeClr val="tx1"/>
              </a:solidFill>
              <a:latin typeface="Alata" panose="020B0604020202020204" charset="0"/>
              <a:cs typeface="Alata" panose="020B0604020202020204" charset="0"/>
            </a:endParaRPr>
          </a:p>
          <a:p>
            <a:endParaRPr lang="en-US" sz="1800" dirty="0"/>
          </a:p>
        </p:txBody>
      </p:sp>
    </p:spTree>
    <p:extLst>
      <p:ext uri="{BB962C8B-B14F-4D97-AF65-F5344CB8AC3E}">
        <p14:creationId xmlns:p14="http://schemas.microsoft.com/office/powerpoint/2010/main" val="3687721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AE665CB3-691A-6B48-D0BF-1AC4CBCCDAA0}"/>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380AB593-D5B0-0EE7-2B11-DA86E3FF8896}"/>
              </a:ext>
            </a:extLst>
          </p:cNvPr>
          <p:cNvSpPr txBox="1">
            <a:spLocks noGrp="1"/>
          </p:cNvSpPr>
          <p:nvPr>
            <p:ph type="title"/>
          </p:nvPr>
        </p:nvSpPr>
        <p:spPr>
          <a:xfrm>
            <a:off x="720000" y="141766"/>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CONFUSION MATRIX AND STATISTICAL ANALYSIS </a:t>
            </a:r>
            <a:endParaRPr dirty="0"/>
          </a:p>
        </p:txBody>
      </p:sp>
      <p:pic>
        <p:nvPicPr>
          <p:cNvPr id="3" name="Picture 2">
            <a:extLst>
              <a:ext uri="{FF2B5EF4-FFF2-40B4-BE49-F238E27FC236}">
                <a16:creationId xmlns:a16="http://schemas.microsoft.com/office/drawing/2014/main" id="{065EDC0B-57C5-C47A-82BC-A53F02D6458F}"/>
              </a:ext>
            </a:extLst>
          </p:cNvPr>
          <p:cNvPicPr>
            <a:picLocks noChangeAspect="1"/>
          </p:cNvPicPr>
          <p:nvPr/>
        </p:nvPicPr>
        <p:blipFill>
          <a:blip r:embed="rId3"/>
          <a:stretch>
            <a:fillRect/>
          </a:stretch>
        </p:blipFill>
        <p:spPr>
          <a:xfrm>
            <a:off x="1226682" y="1297762"/>
            <a:ext cx="2627768" cy="2940772"/>
          </a:xfrm>
          <a:prstGeom prst="rect">
            <a:avLst/>
          </a:prstGeom>
        </p:spPr>
      </p:pic>
      <p:sp>
        <p:nvSpPr>
          <p:cNvPr id="4" name="TextBox 3">
            <a:extLst>
              <a:ext uri="{FF2B5EF4-FFF2-40B4-BE49-F238E27FC236}">
                <a16:creationId xmlns:a16="http://schemas.microsoft.com/office/drawing/2014/main" id="{30727AC0-91DE-ED83-DE81-F70020331161}"/>
              </a:ext>
            </a:extLst>
          </p:cNvPr>
          <p:cNvSpPr txBox="1"/>
          <p:nvPr/>
        </p:nvSpPr>
        <p:spPr>
          <a:xfrm>
            <a:off x="4450218" y="1297762"/>
            <a:ext cx="3467100" cy="2940772"/>
          </a:xfrm>
          <a:prstGeom prst="rect">
            <a:avLst/>
          </a:prstGeom>
          <a:noFill/>
        </p:spPr>
        <p:txBody>
          <a:bodyPr wrap="square" rtlCol="0">
            <a:spAutoFit/>
          </a:bodyPr>
          <a:lstStyle/>
          <a:p>
            <a:r>
              <a:rPr lang="en-US" dirty="0">
                <a:solidFill>
                  <a:schemeClr val="tx1"/>
                </a:solidFill>
              </a:rPr>
              <a:t>Summary:</a:t>
            </a:r>
          </a:p>
          <a:p>
            <a:endParaRPr lang="en-US" dirty="0">
              <a:solidFill>
                <a:schemeClr val="tx1"/>
              </a:solidFill>
            </a:endParaRPr>
          </a:p>
          <a:p>
            <a:r>
              <a:rPr lang="en-US" dirty="0">
                <a:solidFill>
                  <a:schemeClr val="tx1"/>
                </a:solidFill>
              </a:rPr>
              <a:t>The model shows very serious class imbalance, as it predicts the majority class only, that is, 0, and never the minority</a:t>
            </a:r>
          </a:p>
          <a:p>
            <a:r>
              <a:rPr lang="en-US" dirty="0">
                <a:solidFill>
                  <a:schemeClr val="tx1"/>
                </a:solidFill>
              </a:rPr>
              <a:t>class, 1. While accuracy is decent, it is an optical illusion because the model does not recognize classes. Therefore, the</a:t>
            </a:r>
          </a:p>
          <a:p>
            <a:r>
              <a:rPr lang="en-US" dirty="0">
                <a:solidFill>
                  <a:schemeClr val="tx1"/>
                </a:solidFill>
              </a:rPr>
              <a:t>imbalance should be balanced with oversampling, under sampling, or cost-sensitive learning in order to make a</a:t>
            </a:r>
          </a:p>
          <a:p>
            <a:r>
              <a:rPr lang="en-US" dirty="0">
                <a:solidFill>
                  <a:schemeClr val="tx1"/>
                </a:solidFill>
              </a:rPr>
              <a:t>more successful performance.</a:t>
            </a:r>
            <a:endParaRPr lang="en-IN" dirty="0">
              <a:solidFill>
                <a:schemeClr val="tx1"/>
              </a:solidFill>
            </a:endParaRPr>
          </a:p>
        </p:txBody>
      </p:sp>
    </p:spTree>
    <p:extLst>
      <p:ext uri="{BB962C8B-B14F-4D97-AF65-F5344CB8AC3E}">
        <p14:creationId xmlns:p14="http://schemas.microsoft.com/office/powerpoint/2010/main" val="9872729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EEF89A3D-C253-C10F-CF4F-C7C7E1450C6D}"/>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9C7270AF-DF9A-1AA1-0188-D46DCAF38CD3}"/>
              </a:ext>
            </a:extLst>
          </p:cNvPr>
          <p:cNvSpPr txBox="1">
            <a:spLocks noGrp="1"/>
          </p:cNvSpPr>
          <p:nvPr>
            <p:ph type="title"/>
          </p:nvPr>
        </p:nvSpPr>
        <p:spPr>
          <a:xfrm>
            <a:off x="793750" y="445024"/>
            <a:ext cx="7630250" cy="10345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TRAINING PERFORMANCE AND LEARNING CURVES</a:t>
            </a:r>
            <a:endParaRPr dirty="0"/>
          </a:p>
        </p:txBody>
      </p:sp>
      <p:pic>
        <p:nvPicPr>
          <p:cNvPr id="3" name="Picture 2">
            <a:extLst>
              <a:ext uri="{FF2B5EF4-FFF2-40B4-BE49-F238E27FC236}">
                <a16:creationId xmlns:a16="http://schemas.microsoft.com/office/drawing/2014/main" id="{8EC1FE66-4F58-4AA2-A80D-8600BB2FC095}"/>
              </a:ext>
            </a:extLst>
          </p:cNvPr>
          <p:cNvPicPr>
            <a:picLocks noChangeAspect="1"/>
          </p:cNvPicPr>
          <p:nvPr/>
        </p:nvPicPr>
        <p:blipFill>
          <a:blip r:embed="rId3"/>
          <a:stretch>
            <a:fillRect/>
          </a:stretch>
        </p:blipFill>
        <p:spPr>
          <a:xfrm>
            <a:off x="410300" y="1479549"/>
            <a:ext cx="4361455" cy="2990426"/>
          </a:xfrm>
          <a:prstGeom prst="rect">
            <a:avLst/>
          </a:prstGeom>
        </p:spPr>
      </p:pic>
      <p:pic>
        <p:nvPicPr>
          <p:cNvPr id="5" name="Picture 4">
            <a:extLst>
              <a:ext uri="{FF2B5EF4-FFF2-40B4-BE49-F238E27FC236}">
                <a16:creationId xmlns:a16="http://schemas.microsoft.com/office/drawing/2014/main" id="{ADB951C7-3D45-F5A4-A79A-66795338D86E}"/>
              </a:ext>
            </a:extLst>
          </p:cNvPr>
          <p:cNvPicPr>
            <a:picLocks noChangeAspect="1"/>
          </p:cNvPicPr>
          <p:nvPr/>
        </p:nvPicPr>
        <p:blipFill>
          <a:blip r:embed="rId4"/>
          <a:stretch>
            <a:fillRect/>
          </a:stretch>
        </p:blipFill>
        <p:spPr>
          <a:xfrm>
            <a:off x="5085578" y="1479549"/>
            <a:ext cx="3537722" cy="2990426"/>
          </a:xfrm>
          <a:prstGeom prst="rect">
            <a:avLst/>
          </a:prstGeom>
        </p:spPr>
      </p:pic>
    </p:spTree>
    <p:extLst>
      <p:ext uri="{BB962C8B-B14F-4D97-AF65-F5344CB8AC3E}">
        <p14:creationId xmlns:p14="http://schemas.microsoft.com/office/powerpoint/2010/main" val="9530061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6251898A-613F-131C-4C95-1989883053A8}"/>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2BD84083-6FF0-86C0-FD0C-D089C29EE39E}"/>
              </a:ext>
            </a:extLst>
          </p:cNvPr>
          <p:cNvSpPr txBox="1">
            <a:spLocks noGrp="1"/>
          </p:cNvSpPr>
          <p:nvPr>
            <p:ph type="title"/>
          </p:nvPr>
        </p:nvSpPr>
        <p:spPr>
          <a:xfrm>
            <a:off x="756875" y="165624"/>
            <a:ext cx="7630250" cy="10345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TRAINING PERFORMANCE AND LEARNING CURVES</a:t>
            </a:r>
            <a:endParaRPr dirty="0"/>
          </a:p>
        </p:txBody>
      </p:sp>
      <p:sp>
        <p:nvSpPr>
          <p:cNvPr id="2" name="TextBox 1">
            <a:extLst>
              <a:ext uri="{FF2B5EF4-FFF2-40B4-BE49-F238E27FC236}">
                <a16:creationId xmlns:a16="http://schemas.microsoft.com/office/drawing/2014/main" id="{615BD86F-3D43-36D6-E490-46FE299B617C}"/>
              </a:ext>
            </a:extLst>
          </p:cNvPr>
          <p:cNvSpPr txBox="1"/>
          <p:nvPr/>
        </p:nvSpPr>
        <p:spPr>
          <a:xfrm>
            <a:off x="819150" y="1200149"/>
            <a:ext cx="7213600" cy="3139321"/>
          </a:xfrm>
          <a:prstGeom prst="rect">
            <a:avLst/>
          </a:prstGeom>
          <a:noFill/>
        </p:spPr>
        <p:txBody>
          <a:bodyPr wrap="square" rtlCol="0">
            <a:spAutoFit/>
          </a:bodyPr>
          <a:lstStyle/>
          <a:p>
            <a:r>
              <a:rPr lang="en-US" sz="1800" dirty="0">
                <a:solidFill>
                  <a:schemeClr val="tx1"/>
                </a:solidFill>
                <a:latin typeface="Alata" panose="020B0604020202020204" charset="0"/>
                <a:cs typeface="Alata" panose="020B0604020202020204" charset="0"/>
              </a:rPr>
              <a:t>Conclusion:</a:t>
            </a:r>
          </a:p>
          <a:p>
            <a:r>
              <a:rPr lang="en-IN" sz="1800" dirty="0">
                <a:solidFill>
                  <a:schemeClr val="tx1"/>
                </a:solidFill>
                <a:latin typeface="Alata" panose="020B0604020202020204" charset="0"/>
                <a:cs typeface="Alata" panose="020B0604020202020204" charset="0"/>
              </a:rPr>
              <a:t>Summary of Model Training:</a:t>
            </a:r>
          </a:p>
          <a:p>
            <a:r>
              <a:rPr lang="en-IN" sz="1800" dirty="0">
                <a:solidFill>
                  <a:schemeClr val="tx1"/>
                </a:solidFill>
                <a:latin typeface="Alata" panose="020B0604020202020204" charset="0"/>
                <a:cs typeface="Alata" panose="020B0604020202020204" charset="0"/>
              </a:rPr>
              <a:t>Performance Metrics:</a:t>
            </a:r>
          </a:p>
          <a:p>
            <a:r>
              <a:rPr lang="en-IN" sz="1800" dirty="0">
                <a:solidFill>
                  <a:schemeClr val="tx1"/>
                </a:solidFill>
                <a:latin typeface="Alata" panose="020B0604020202020204" charset="0"/>
                <a:cs typeface="Alata" panose="020B0604020202020204" charset="0"/>
              </a:rPr>
              <a:t>o Final Training Accuracy: 67.22%</a:t>
            </a:r>
          </a:p>
          <a:p>
            <a:r>
              <a:rPr lang="en-IN" sz="1800" dirty="0">
                <a:solidFill>
                  <a:schemeClr val="tx1"/>
                </a:solidFill>
                <a:latin typeface="Alata" panose="020B0604020202020204" charset="0"/>
                <a:cs typeface="Alata" panose="020B0604020202020204" charset="0"/>
              </a:rPr>
              <a:t>o Final Validation Accuracy: 67.74%</a:t>
            </a:r>
          </a:p>
          <a:p>
            <a:r>
              <a:rPr lang="en-IN" sz="1800" dirty="0">
                <a:solidFill>
                  <a:schemeClr val="tx1"/>
                </a:solidFill>
                <a:latin typeface="Alata" panose="020B0604020202020204" charset="0"/>
                <a:cs typeface="Alata" panose="020B0604020202020204" charset="0"/>
              </a:rPr>
              <a:t>o Final Training Loss: 0.6036</a:t>
            </a:r>
          </a:p>
          <a:p>
            <a:r>
              <a:rPr lang="en-IN" sz="1800" dirty="0">
                <a:solidFill>
                  <a:schemeClr val="tx1"/>
                </a:solidFill>
                <a:latin typeface="Alata" panose="020B0604020202020204" charset="0"/>
                <a:cs typeface="Alata" panose="020B0604020202020204" charset="0"/>
              </a:rPr>
              <a:t>o Final Validation Loss: 0.5967</a:t>
            </a:r>
          </a:p>
          <a:p>
            <a:endParaRPr lang="en-IN" sz="1800" dirty="0">
              <a:solidFill>
                <a:schemeClr val="tx1"/>
              </a:solidFill>
              <a:latin typeface="Alata" panose="020B0604020202020204" charset="0"/>
              <a:cs typeface="Alata" panose="020B0604020202020204" charset="0"/>
            </a:endParaRPr>
          </a:p>
          <a:p>
            <a:r>
              <a:rPr lang="en-IN" sz="1800" dirty="0">
                <a:solidFill>
                  <a:schemeClr val="tx1"/>
                </a:solidFill>
                <a:latin typeface="Alata" panose="020B0604020202020204" charset="0"/>
                <a:cs typeface="Alata" panose="020B0604020202020204" charset="0"/>
              </a:rPr>
              <a:t>The learning curves demonstrate consistent improvement in both training and validation performance, with</a:t>
            </a:r>
          </a:p>
          <a:p>
            <a:r>
              <a:rPr lang="en-IN" sz="1800" dirty="0">
                <a:solidFill>
                  <a:schemeClr val="tx1"/>
                </a:solidFill>
                <a:latin typeface="Alata" panose="020B0604020202020204" charset="0"/>
                <a:cs typeface="Alata" panose="020B0604020202020204" charset="0"/>
              </a:rPr>
              <a:t>no significant divergence, highlighting effective training.</a:t>
            </a:r>
          </a:p>
        </p:txBody>
      </p:sp>
    </p:spTree>
    <p:extLst>
      <p:ext uri="{BB962C8B-B14F-4D97-AF65-F5344CB8AC3E}">
        <p14:creationId xmlns:p14="http://schemas.microsoft.com/office/powerpoint/2010/main" val="34761845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D9472DF0-9910-339A-09BC-501C98282A3D}"/>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3F6FA3CC-3D9B-1F9F-4B2D-B35AA36C6984}"/>
              </a:ext>
            </a:extLst>
          </p:cNvPr>
          <p:cNvSpPr txBox="1">
            <a:spLocks noGrp="1"/>
          </p:cNvSpPr>
          <p:nvPr>
            <p:ph type="title"/>
          </p:nvPr>
        </p:nvSpPr>
        <p:spPr>
          <a:xfrm>
            <a:off x="756875" y="165624"/>
            <a:ext cx="7630250" cy="10345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COMPARITIVE EVALUATION OF ML MODELS </a:t>
            </a:r>
            <a:endParaRPr dirty="0"/>
          </a:p>
        </p:txBody>
      </p:sp>
      <p:pic>
        <p:nvPicPr>
          <p:cNvPr id="4" name="Picture 3">
            <a:extLst>
              <a:ext uri="{FF2B5EF4-FFF2-40B4-BE49-F238E27FC236}">
                <a16:creationId xmlns:a16="http://schemas.microsoft.com/office/drawing/2014/main" id="{DEBC44FA-2976-825B-A908-FF959DC9D4F4}"/>
              </a:ext>
            </a:extLst>
          </p:cNvPr>
          <p:cNvPicPr>
            <a:picLocks noChangeAspect="1"/>
          </p:cNvPicPr>
          <p:nvPr/>
        </p:nvPicPr>
        <p:blipFill>
          <a:blip r:embed="rId3"/>
          <a:stretch>
            <a:fillRect/>
          </a:stretch>
        </p:blipFill>
        <p:spPr>
          <a:xfrm>
            <a:off x="1596140" y="1377826"/>
            <a:ext cx="5761219" cy="2857748"/>
          </a:xfrm>
          <a:prstGeom prst="rect">
            <a:avLst/>
          </a:prstGeom>
        </p:spPr>
      </p:pic>
    </p:spTree>
    <p:extLst>
      <p:ext uri="{BB962C8B-B14F-4D97-AF65-F5344CB8AC3E}">
        <p14:creationId xmlns:p14="http://schemas.microsoft.com/office/powerpoint/2010/main" val="32548588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0B949F73-BFC1-A928-054B-458F9D55F51D}"/>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6E89093A-E927-98AE-C7B5-ECD18659FAEE}"/>
              </a:ext>
            </a:extLst>
          </p:cNvPr>
          <p:cNvSpPr txBox="1">
            <a:spLocks noGrp="1"/>
          </p:cNvSpPr>
          <p:nvPr>
            <p:ph type="title"/>
          </p:nvPr>
        </p:nvSpPr>
        <p:spPr>
          <a:xfrm>
            <a:off x="756875" y="165624"/>
            <a:ext cx="7630250" cy="1034525"/>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IN" dirty="0"/>
              <a:t>COMPARITIVE EVALUATION OF ML MODELS </a:t>
            </a:r>
            <a:endParaRPr dirty="0"/>
          </a:p>
        </p:txBody>
      </p:sp>
      <p:sp>
        <p:nvSpPr>
          <p:cNvPr id="2" name="TextBox 1">
            <a:extLst>
              <a:ext uri="{FF2B5EF4-FFF2-40B4-BE49-F238E27FC236}">
                <a16:creationId xmlns:a16="http://schemas.microsoft.com/office/drawing/2014/main" id="{E6CA940F-F023-8A02-5E98-8285FCD6859F}"/>
              </a:ext>
            </a:extLst>
          </p:cNvPr>
          <p:cNvSpPr txBox="1"/>
          <p:nvPr/>
        </p:nvSpPr>
        <p:spPr>
          <a:xfrm>
            <a:off x="958850" y="1447800"/>
            <a:ext cx="6927850" cy="2554545"/>
          </a:xfrm>
          <a:prstGeom prst="rect">
            <a:avLst/>
          </a:prstGeom>
          <a:noFill/>
        </p:spPr>
        <p:txBody>
          <a:bodyPr wrap="square" rtlCol="0">
            <a:spAutoFit/>
          </a:bodyPr>
          <a:lstStyle/>
          <a:p>
            <a:r>
              <a:rPr lang="en-US" sz="1600" dirty="0">
                <a:solidFill>
                  <a:schemeClr val="tx1"/>
                </a:solidFill>
                <a:latin typeface="Alata" panose="020B0604020202020204" charset="0"/>
                <a:cs typeface="Alata" panose="020B0604020202020204" charset="0"/>
              </a:rPr>
              <a:t>Conclusion:</a:t>
            </a:r>
          </a:p>
          <a:p>
            <a:endParaRPr lang="en-US" sz="1600" dirty="0">
              <a:solidFill>
                <a:schemeClr val="tx1"/>
              </a:solidFill>
              <a:latin typeface="Alata" panose="020B0604020202020204" charset="0"/>
              <a:cs typeface="Alata" panose="020B0604020202020204" charset="0"/>
            </a:endParaRPr>
          </a:p>
          <a:p>
            <a:endParaRPr lang="en-US" sz="1600" dirty="0">
              <a:solidFill>
                <a:schemeClr val="tx1"/>
              </a:solidFill>
              <a:latin typeface="Alata" panose="020B0604020202020204" charset="0"/>
              <a:cs typeface="Alata" panose="020B0604020202020204" charset="0"/>
            </a:endParaRPr>
          </a:p>
          <a:p>
            <a:r>
              <a:rPr lang="en-US" sz="1600" dirty="0">
                <a:solidFill>
                  <a:schemeClr val="tx1"/>
                </a:solidFill>
                <a:latin typeface="Alata" panose="020B0604020202020204" charset="0"/>
                <a:cs typeface="Alata" panose="020B0604020202020204" charset="0"/>
              </a:rPr>
              <a:t>The evaluation highlights the Neural Network as the best model for predicting flight delays, given its superior</a:t>
            </a:r>
          </a:p>
          <a:p>
            <a:r>
              <a:rPr lang="en-US" sz="1600" dirty="0">
                <a:solidFill>
                  <a:schemeClr val="tx1"/>
                </a:solidFill>
                <a:latin typeface="Alata" panose="020B0604020202020204" charset="0"/>
                <a:cs typeface="Alata" panose="020B0604020202020204" charset="0"/>
              </a:rPr>
              <a:t>performance across both accuracy and AUC metrics. GBM and Random Forest also exhibit strong predictive</a:t>
            </a:r>
          </a:p>
          <a:p>
            <a:r>
              <a:rPr lang="en-US" sz="1600" dirty="0">
                <a:solidFill>
                  <a:schemeClr val="tx1"/>
                </a:solidFill>
                <a:latin typeface="Alata" panose="020B0604020202020204" charset="0"/>
                <a:cs typeface="Alata" panose="020B0604020202020204" charset="0"/>
              </a:rPr>
              <a:t>capabilities and can be considered reliable alternatives. For simpler, interpretable models, Lasso and Elastic Net</a:t>
            </a:r>
          </a:p>
          <a:p>
            <a:r>
              <a:rPr lang="en-US" sz="1600" dirty="0">
                <a:solidFill>
                  <a:schemeClr val="tx1"/>
                </a:solidFill>
                <a:latin typeface="Alata" panose="020B0604020202020204" charset="0"/>
                <a:cs typeface="Alata" panose="020B0604020202020204" charset="0"/>
              </a:rPr>
              <a:t>provide reasonable trade-offs.</a:t>
            </a:r>
            <a:endParaRPr lang="en-IN" sz="1600" dirty="0">
              <a:solidFill>
                <a:schemeClr val="tx1"/>
              </a:solidFill>
              <a:latin typeface="Alata" panose="020B0604020202020204" charset="0"/>
              <a:cs typeface="Alata" panose="020B0604020202020204" charset="0"/>
            </a:endParaRPr>
          </a:p>
        </p:txBody>
      </p:sp>
    </p:spTree>
    <p:extLst>
      <p:ext uri="{BB962C8B-B14F-4D97-AF65-F5344CB8AC3E}">
        <p14:creationId xmlns:p14="http://schemas.microsoft.com/office/powerpoint/2010/main" val="7196197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CCEA6DCD-BEF1-3B22-FA35-9EE9F36ABA2D}"/>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9BF6C9E3-5CCF-8652-BC26-81512803EB0C}"/>
              </a:ext>
            </a:extLst>
          </p:cNvPr>
          <p:cNvSpPr txBox="1">
            <a:spLocks noGrp="1"/>
          </p:cNvSpPr>
          <p:nvPr>
            <p:ph type="title"/>
          </p:nvPr>
        </p:nvSpPr>
        <p:spPr>
          <a:xfrm>
            <a:off x="756875" y="381001"/>
            <a:ext cx="7630250" cy="62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CONCLUSION</a:t>
            </a:r>
          </a:p>
        </p:txBody>
      </p:sp>
      <p:sp>
        <p:nvSpPr>
          <p:cNvPr id="2" name="TextBox 1">
            <a:extLst>
              <a:ext uri="{FF2B5EF4-FFF2-40B4-BE49-F238E27FC236}">
                <a16:creationId xmlns:a16="http://schemas.microsoft.com/office/drawing/2014/main" id="{438E2B4D-FEB4-CAD2-AAC1-2F9F16B38ED5}"/>
              </a:ext>
            </a:extLst>
          </p:cNvPr>
          <p:cNvSpPr txBox="1"/>
          <p:nvPr/>
        </p:nvSpPr>
        <p:spPr>
          <a:xfrm>
            <a:off x="965200" y="1168400"/>
            <a:ext cx="6991350" cy="2677656"/>
          </a:xfrm>
          <a:prstGeom prst="rect">
            <a:avLst/>
          </a:prstGeom>
          <a:noFill/>
        </p:spPr>
        <p:txBody>
          <a:bodyPr wrap="square" rtlCol="0">
            <a:spAutoFit/>
          </a:bodyPr>
          <a:lstStyle/>
          <a:p>
            <a:r>
              <a:rPr lang="en-US" dirty="0">
                <a:solidFill>
                  <a:schemeClr val="tx1"/>
                </a:solidFill>
                <a:latin typeface="Alata" panose="020B0604020202020204" charset="0"/>
                <a:cs typeface="Alata" panose="020B0604020202020204" charset="0"/>
              </a:rPr>
              <a:t>The project highlights the potential of machine learning and data analytics in solving real-world problems like flight delays. Future enhancements could include:</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Incorporating additional features, such as weather conditions and air traffic data.</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Exploring ensemble models to further improve performance.</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Deploying the model into a real-time system for dynamic prediction and decision-making.</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This project serves as a strong example of applying data-driven approaches to enhance operational efficiency and customer satisfaction in the aviation industry.</a:t>
            </a:r>
            <a:endParaRPr lang="en-IN" dirty="0">
              <a:solidFill>
                <a:schemeClr val="tx1"/>
              </a:solidFill>
              <a:latin typeface="Alata" panose="020B0604020202020204" charset="0"/>
              <a:cs typeface="Alata" panose="020B0604020202020204" charset="0"/>
            </a:endParaRPr>
          </a:p>
        </p:txBody>
      </p:sp>
    </p:spTree>
    <p:extLst>
      <p:ext uri="{BB962C8B-B14F-4D97-AF65-F5344CB8AC3E}">
        <p14:creationId xmlns:p14="http://schemas.microsoft.com/office/powerpoint/2010/main" val="41978525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CD5280E2-C634-EB0C-687A-2A842902CA46}"/>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5D55D26A-FDFA-0A8F-F90C-649A7B22D0D6}"/>
              </a:ext>
            </a:extLst>
          </p:cNvPr>
          <p:cNvSpPr txBox="1">
            <a:spLocks noGrp="1"/>
          </p:cNvSpPr>
          <p:nvPr>
            <p:ph type="title"/>
          </p:nvPr>
        </p:nvSpPr>
        <p:spPr>
          <a:xfrm>
            <a:off x="756875" y="381001"/>
            <a:ext cx="7630250" cy="62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RECOMMENDATIONS</a:t>
            </a:r>
          </a:p>
        </p:txBody>
      </p:sp>
      <p:sp>
        <p:nvSpPr>
          <p:cNvPr id="2" name="TextBox 1">
            <a:extLst>
              <a:ext uri="{FF2B5EF4-FFF2-40B4-BE49-F238E27FC236}">
                <a16:creationId xmlns:a16="http://schemas.microsoft.com/office/drawing/2014/main" id="{5BA26197-E729-B589-954F-295E45EB7828}"/>
              </a:ext>
            </a:extLst>
          </p:cNvPr>
          <p:cNvSpPr txBox="1"/>
          <p:nvPr/>
        </p:nvSpPr>
        <p:spPr>
          <a:xfrm>
            <a:off x="819150" y="1003301"/>
            <a:ext cx="7200900" cy="3108543"/>
          </a:xfrm>
          <a:prstGeom prst="rect">
            <a:avLst/>
          </a:prstGeom>
          <a:noFill/>
        </p:spPr>
        <p:txBody>
          <a:bodyPr wrap="square" rtlCol="0">
            <a:spAutoFit/>
          </a:bodyPr>
          <a:lstStyle/>
          <a:p>
            <a:r>
              <a:rPr lang="en-US" dirty="0">
                <a:solidFill>
                  <a:schemeClr val="tx1"/>
                </a:solidFill>
                <a:latin typeface="Alata" panose="020B0604020202020204" charset="0"/>
                <a:cs typeface="Alata" panose="020B0604020202020204" charset="0"/>
              </a:rPr>
              <a:t> Enhance prediction accuracy by incorporating additional features such as weather, air traffic, and passenger data, along with real-time data integration.</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Optimize model performance using advanced techniques like ensemble models, feature selection, and extended hyperparameter tuning. </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Deploy the model on cloud platforms and integrate APIs to enable real-time predictions and operational planning.</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Create interactive dashboards and automated reports to provide actionable insights for stakeholders.</a:t>
            </a:r>
          </a:p>
          <a:p>
            <a:endParaRPr lang="en-US" dirty="0">
              <a:solidFill>
                <a:schemeClr val="tx1"/>
              </a:solidFill>
              <a:latin typeface="Alata" panose="020B0604020202020204" charset="0"/>
              <a:cs typeface="Alata" panose="020B0604020202020204" charset="0"/>
            </a:endParaRPr>
          </a:p>
          <a:p>
            <a:r>
              <a:rPr lang="en-US" dirty="0">
                <a:solidFill>
                  <a:schemeClr val="tx1"/>
                </a:solidFill>
                <a:latin typeface="Alata" panose="020B0604020202020204" charset="0"/>
                <a:cs typeface="Alata" panose="020B0604020202020204" charset="0"/>
              </a:rPr>
              <a:t> Explore advanced research areas such as causal analysis, explainable AI (XAI), and transfer learning to improve model utility and adaptability.</a:t>
            </a:r>
            <a:endParaRPr lang="en-IN" dirty="0">
              <a:solidFill>
                <a:schemeClr val="tx1"/>
              </a:solidFill>
              <a:latin typeface="Alata" panose="020B0604020202020204" charset="0"/>
              <a:cs typeface="Alata" panose="020B0604020202020204" charset="0"/>
            </a:endParaRPr>
          </a:p>
        </p:txBody>
      </p:sp>
    </p:spTree>
    <p:extLst>
      <p:ext uri="{BB962C8B-B14F-4D97-AF65-F5344CB8AC3E}">
        <p14:creationId xmlns:p14="http://schemas.microsoft.com/office/powerpoint/2010/main" val="7804403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68AA23D1-58E4-682C-9282-741E5C12D451}"/>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B5D1BA15-88E8-F279-FCFD-C77C769B84D3}"/>
              </a:ext>
            </a:extLst>
          </p:cNvPr>
          <p:cNvSpPr txBox="1">
            <a:spLocks noGrp="1"/>
          </p:cNvSpPr>
          <p:nvPr>
            <p:ph type="title"/>
          </p:nvPr>
        </p:nvSpPr>
        <p:spPr>
          <a:xfrm>
            <a:off x="756875" y="457201"/>
            <a:ext cx="7630250" cy="62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FUTURE WORK AND REFERENCES</a:t>
            </a:r>
          </a:p>
        </p:txBody>
      </p:sp>
      <p:sp>
        <p:nvSpPr>
          <p:cNvPr id="2" name="TextBox 1">
            <a:extLst>
              <a:ext uri="{FF2B5EF4-FFF2-40B4-BE49-F238E27FC236}">
                <a16:creationId xmlns:a16="http://schemas.microsoft.com/office/drawing/2014/main" id="{2F911B29-C577-F343-6223-B7062F6B28CB}"/>
              </a:ext>
            </a:extLst>
          </p:cNvPr>
          <p:cNvSpPr txBox="1"/>
          <p:nvPr/>
        </p:nvSpPr>
        <p:spPr>
          <a:xfrm>
            <a:off x="863600" y="1289051"/>
            <a:ext cx="7200900" cy="2462213"/>
          </a:xfrm>
          <a:prstGeom prst="rect">
            <a:avLst/>
          </a:prstGeom>
          <a:noFill/>
        </p:spPr>
        <p:txBody>
          <a:bodyPr wrap="square" rtlCol="0">
            <a:spAutoFit/>
          </a:bodyPr>
          <a:lstStyle/>
          <a:p>
            <a:r>
              <a:rPr lang="en-US" b="1" dirty="0">
                <a:solidFill>
                  <a:schemeClr val="tx1"/>
                </a:solidFill>
                <a:latin typeface="Alata" panose="020B0604020202020204" charset="0"/>
                <a:cs typeface="Alata" panose="020B0604020202020204" charset="0"/>
              </a:rPr>
              <a:t>Incorporate Additional Features: </a:t>
            </a:r>
            <a:r>
              <a:rPr lang="en-US" dirty="0">
                <a:solidFill>
                  <a:schemeClr val="tx1"/>
                </a:solidFill>
                <a:latin typeface="Alata" panose="020B0604020202020204" charset="0"/>
                <a:cs typeface="Alata" panose="020B0604020202020204" charset="0"/>
              </a:rPr>
              <a:t>Include external data such as weather conditions, air traffic patterns, and passenger volumes to enhance predictive accuracy.</a:t>
            </a:r>
          </a:p>
          <a:p>
            <a:endParaRPr lang="en-US" dirty="0">
              <a:solidFill>
                <a:schemeClr val="tx1"/>
              </a:solidFill>
              <a:latin typeface="Alata" panose="020B0604020202020204" charset="0"/>
              <a:cs typeface="Alata" panose="020B0604020202020204" charset="0"/>
            </a:endParaRPr>
          </a:p>
          <a:p>
            <a:r>
              <a:rPr lang="en-US" b="1" dirty="0">
                <a:solidFill>
                  <a:schemeClr val="tx1"/>
                </a:solidFill>
                <a:latin typeface="Alata" panose="020B0604020202020204" charset="0"/>
                <a:cs typeface="Alata" panose="020B0604020202020204" charset="0"/>
              </a:rPr>
              <a:t>Advanced Model Techniques: </a:t>
            </a:r>
            <a:r>
              <a:rPr lang="en-US" dirty="0">
                <a:solidFill>
                  <a:schemeClr val="tx1"/>
                </a:solidFill>
                <a:latin typeface="Alata" panose="020B0604020202020204" charset="0"/>
                <a:cs typeface="Alata" panose="020B0604020202020204" charset="0"/>
              </a:rPr>
              <a:t>Explore ensemble methods and neural architecture search for improved model performance and robustness.</a:t>
            </a:r>
          </a:p>
          <a:p>
            <a:endParaRPr lang="en-US" dirty="0">
              <a:solidFill>
                <a:schemeClr val="tx1"/>
              </a:solidFill>
              <a:latin typeface="Alata" panose="020B0604020202020204" charset="0"/>
              <a:cs typeface="Alata" panose="020B0604020202020204" charset="0"/>
            </a:endParaRPr>
          </a:p>
          <a:p>
            <a:r>
              <a:rPr lang="en-US" b="1" dirty="0">
                <a:solidFill>
                  <a:schemeClr val="tx1"/>
                </a:solidFill>
                <a:latin typeface="Alata" panose="020B0604020202020204" charset="0"/>
                <a:cs typeface="Alata" panose="020B0604020202020204" charset="0"/>
              </a:rPr>
              <a:t>Real-Time Deployment: </a:t>
            </a:r>
            <a:r>
              <a:rPr lang="en-US" dirty="0">
                <a:solidFill>
                  <a:schemeClr val="tx1"/>
                </a:solidFill>
                <a:latin typeface="Alata" panose="020B0604020202020204" charset="0"/>
                <a:cs typeface="Alata" panose="020B0604020202020204" charset="0"/>
              </a:rPr>
              <a:t>Implement the model in a real-time prediction system integrated with airline operations to support proactive decision-making.</a:t>
            </a:r>
          </a:p>
          <a:p>
            <a:endParaRPr lang="en-US" dirty="0">
              <a:solidFill>
                <a:schemeClr val="tx1"/>
              </a:solidFill>
              <a:latin typeface="Alata" panose="020B0604020202020204" charset="0"/>
              <a:cs typeface="Alata" panose="020B0604020202020204" charset="0"/>
            </a:endParaRPr>
          </a:p>
          <a:p>
            <a:r>
              <a:rPr lang="en-US" b="1" dirty="0">
                <a:solidFill>
                  <a:schemeClr val="tx1"/>
                </a:solidFill>
                <a:latin typeface="Alata" panose="020B0604020202020204" charset="0"/>
                <a:cs typeface="Alata" panose="020B0604020202020204" charset="0"/>
              </a:rPr>
              <a:t>Explainability and Usability: </a:t>
            </a:r>
            <a:r>
              <a:rPr lang="en-US" dirty="0">
                <a:solidFill>
                  <a:schemeClr val="tx1"/>
                </a:solidFill>
                <a:latin typeface="Alata" panose="020B0604020202020204" charset="0"/>
                <a:cs typeface="Alata" panose="020B0604020202020204" charset="0"/>
              </a:rPr>
              <a:t>Leverage explainable AI (XAI) methods to make predictions more interpretable and actionable for stakeholders.</a:t>
            </a:r>
            <a:endParaRPr lang="en-IN" dirty="0">
              <a:solidFill>
                <a:schemeClr val="tx1"/>
              </a:solidFill>
              <a:latin typeface="Alata" panose="020B0604020202020204" charset="0"/>
              <a:cs typeface="Alata" panose="020B0604020202020204" charset="0"/>
            </a:endParaRPr>
          </a:p>
        </p:txBody>
      </p:sp>
    </p:spTree>
    <p:extLst>
      <p:ext uri="{BB962C8B-B14F-4D97-AF65-F5344CB8AC3E}">
        <p14:creationId xmlns:p14="http://schemas.microsoft.com/office/powerpoint/2010/main" val="3310528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CAA78A7D-963B-A0AD-1382-4374208AD84B}"/>
            </a:ext>
          </a:extLst>
        </p:cNvPr>
        <p:cNvGrpSpPr/>
        <p:nvPr/>
      </p:nvGrpSpPr>
      <p:grpSpPr>
        <a:xfrm>
          <a:off x="0" y="0"/>
          <a:ext cx="0" cy="0"/>
          <a:chOff x="0" y="0"/>
          <a:chExt cx="0" cy="0"/>
        </a:xfrm>
      </p:grpSpPr>
      <p:sp>
        <p:nvSpPr>
          <p:cNvPr id="334" name="Google Shape;334;p44">
            <a:extLst>
              <a:ext uri="{FF2B5EF4-FFF2-40B4-BE49-F238E27FC236}">
                <a16:creationId xmlns:a16="http://schemas.microsoft.com/office/drawing/2014/main" id="{4C455425-F1E5-2796-AB1A-599429A3BC5C}"/>
              </a:ext>
            </a:extLst>
          </p:cNvPr>
          <p:cNvSpPr txBox="1">
            <a:spLocks noGrp="1"/>
          </p:cNvSpPr>
          <p:nvPr>
            <p:ph type="title"/>
          </p:nvPr>
        </p:nvSpPr>
        <p:spPr>
          <a:xfrm>
            <a:off x="756875" y="457201"/>
            <a:ext cx="7630250" cy="6223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US" dirty="0"/>
              <a:t>FUTURE WORK AND REFERENCES</a:t>
            </a:r>
          </a:p>
        </p:txBody>
      </p:sp>
      <p:sp>
        <p:nvSpPr>
          <p:cNvPr id="2" name="TextBox 1">
            <a:extLst>
              <a:ext uri="{FF2B5EF4-FFF2-40B4-BE49-F238E27FC236}">
                <a16:creationId xmlns:a16="http://schemas.microsoft.com/office/drawing/2014/main" id="{2F50D2D8-8290-A11E-A9C1-DCFFA7D0D75A}"/>
              </a:ext>
            </a:extLst>
          </p:cNvPr>
          <p:cNvSpPr txBox="1"/>
          <p:nvPr/>
        </p:nvSpPr>
        <p:spPr>
          <a:xfrm>
            <a:off x="863600" y="1289051"/>
            <a:ext cx="7200900" cy="3323987"/>
          </a:xfrm>
          <a:prstGeom prst="rect">
            <a:avLst/>
          </a:prstGeom>
          <a:noFill/>
        </p:spPr>
        <p:txBody>
          <a:bodyPr wrap="square" rtlCol="0">
            <a:spAutoFit/>
          </a:bodyPr>
          <a:lstStyle/>
          <a:p>
            <a:r>
              <a:rPr lang="en-US" b="1" dirty="0">
                <a:solidFill>
                  <a:schemeClr val="tx1"/>
                </a:solidFill>
                <a:latin typeface="Alata" panose="020B0604020202020204" charset="0"/>
                <a:cs typeface="Alata" panose="020B0604020202020204" charset="0"/>
              </a:rPr>
              <a:t>Incorporate Additional Features: </a:t>
            </a:r>
            <a:r>
              <a:rPr lang="en-US" dirty="0">
                <a:solidFill>
                  <a:schemeClr val="tx1"/>
                </a:solidFill>
                <a:latin typeface="Alata" panose="020B0604020202020204" charset="0"/>
                <a:cs typeface="Alata" panose="020B0604020202020204" charset="0"/>
              </a:rPr>
              <a:t>Include external data such as weather conditions, air traffic patterns, and passenger volumes to enhance predictive accuracy.</a:t>
            </a:r>
          </a:p>
          <a:p>
            <a:endParaRPr lang="en-US" dirty="0">
              <a:solidFill>
                <a:schemeClr val="tx1"/>
              </a:solidFill>
              <a:latin typeface="Alata" panose="020B0604020202020204" charset="0"/>
              <a:cs typeface="Alata" panose="020B0604020202020204" charset="0"/>
            </a:endParaRPr>
          </a:p>
          <a:p>
            <a:r>
              <a:rPr lang="en-US" b="1" dirty="0">
                <a:solidFill>
                  <a:schemeClr val="tx1"/>
                </a:solidFill>
                <a:latin typeface="Alata" panose="020B0604020202020204" charset="0"/>
                <a:cs typeface="Alata" panose="020B0604020202020204" charset="0"/>
              </a:rPr>
              <a:t>Advanced Model Techniques: </a:t>
            </a:r>
            <a:r>
              <a:rPr lang="en-US" dirty="0">
                <a:solidFill>
                  <a:schemeClr val="tx1"/>
                </a:solidFill>
                <a:latin typeface="Alata" panose="020B0604020202020204" charset="0"/>
                <a:cs typeface="Alata" panose="020B0604020202020204" charset="0"/>
              </a:rPr>
              <a:t>Explore ensemble methods and neural architecture search for improved model performance and robustness.</a:t>
            </a:r>
          </a:p>
          <a:p>
            <a:endParaRPr lang="en-US" dirty="0">
              <a:solidFill>
                <a:schemeClr val="tx1"/>
              </a:solidFill>
              <a:latin typeface="Alata" panose="020B0604020202020204" charset="0"/>
              <a:cs typeface="Alata" panose="020B0604020202020204" charset="0"/>
            </a:endParaRPr>
          </a:p>
          <a:p>
            <a:r>
              <a:rPr lang="en-US" b="1" dirty="0">
                <a:solidFill>
                  <a:schemeClr val="tx1"/>
                </a:solidFill>
                <a:latin typeface="Alata" panose="020B0604020202020204" charset="0"/>
                <a:cs typeface="Alata" panose="020B0604020202020204" charset="0"/>
              </a:rPr>
              <a:t>Real-Time Deployment: </a:t>
            </a:r>
            <a:r>
              <a:rPr lang="en-US" dirty="0">
                <a:solidFill>
                  <a:schemeClr val="tx1"/>
                </a:solidFill>
                <a:latin typeface="Alata" panose="020B0604020202020204" charset="0"/>
                <a:cs typeface="Alata" panose="020B0604020202020204" charset="0"/>
              </a:rPr>
              <a:t>Implement the model in a real-time prediction system integrated with airline operations to support proactive decision-making.</a:t>
            </a:r>
          </a:p>
          <a:p>
            <a:endParaRPr lang="en-US" dirty="0">
              <a:solidFill>
                <a:schemeClr val="tx1"/>
              </a:solidFill>
              <a:latin typeface="Alata" panose="020B0604020202020204" charset="0"/>
              <a:cs typeface="Alata" panose="020B0604020202020204" charset="0"/>
            </a:endParaRPr>
          </a:p>
          <a:p>
            <a:r>
              <a:rPr lang="en-US" b="1" dirty="0">
                <a:solidFill>
                  <a:schemeClr val="tx1"/>
                </a:solidFill>
                <a:latin typeface="Alata" panose="020B0604020202020204" charset="0"/>
                <a:cs typeface="Alata" panose="020B0604020202020204" charset="0"/>
              </a:rPr>
              <a:t>Explainability and Usability: </a:t>
            </a:r>
            <a:r>
              <a:rPr lang="en-US" dirty="0">
                <a:solidFill>
                  <a:schemeClr val="tx1"/>
                </a:solidFill>
                <a:latin typeface="Alata" panose="020B0604020202020204" charset="0"/>
                <a:cs typeface="Alata" panose="020B0604020202020204" charset="0"/>
              </a:rPr>
              <a:t>Leverage explainable AI (XAI) methods to make predictions more interpretable and actionable for stakeholders.</a:t>
            </a:r>
          </a:p>
          <a:p>
            <a:endParaRPr lang="en-US" dirty="0">
              <a:solidFill>
                <a:schemeClr val="tx1"/>
              </a:solidFill>
              <a:latin typeface="Alata" panose="020B0604020202020204" charset="0"/>
              <a:cs typeface="Alata" panose="020B0604020202020204" charset="0"/>
            </a:endParaRPr>
          </a:p>
          <a:p>
            <a:r>
              <a:rPr lang="en-IN" b="1" dirty="0">
                <a:solidFill>
                  <a:schemeClr val="tx1"/>
                </a:solidFill>
                <a:latin typeface="Alata" panose="020B0604020202020204" charset="0"/>
                <a:cs typeface="Alata" panose="020B0604020202020204" charset="0"/>
              </a:rPr>
              <a:t>References:</a:t>
            </a:r>
          </a:p>
          <a:p>
            <a:r>
              <a:rPr lang="en-IN" dirty="0">
                <a:solidFill>
                  <a:schemeClr val="tx1"/>
                </a:solidFill>
                <a:latin typeface="Alata" panose="020B0604020202020204" charset="0"/>
                <a:cs typeface="Alata" panose="020B0604020202020204" charset="0"/>
                <a:hlinkClick r:id="rId3"/>
              </a:rPr>
              <a:t>https://www.kaggle.com/datasets/jimschacko/airlines-dataset-to-predict-a-delay</a:t>
            </a:r>
            <a:endParaRPr lang="en-IN" dirty="0">
              <a:solidFill>
                <a:schemeClr val="tx1"/>
              </a:solidFill>
              <a:latin typeface="Alata" panose="020B0604020202020204" charset="0"/>
              <a:cs typeface="Alata" panose="020B0604020202020204" charset="0"/>
            </a:endParaRPr>
          </a:p>
          <a:p>
            <a:endParaRPr lang="en-IN" dirty="0">
              <a:solidFill>
                <a:schemeClr val="tx1"/>
              </a:solidFill>
              <a:latin typeface="Alata" panose="020B0604020202020204" charset="0"/>
              <a:cs typeface="Alata" panose="020B0604020202020204" charset="0"/>
            </a:endParaRPr>
          </a:p>
        </p:txBody>
      </p:sp>
    </p:spTree>
    <p:extLst>
      <p:ext uri="{BB962C8B-B14F-4D97-AF65-F5344CB8AC3E}">
        <p14:creationId xmlns:p14="http://schemas.microsoft.com/office/powerpoint/2010/main" val="794422748"/>
      </p:ext>
    </p:extLst>
  </p:cSld>
  <p:clrMapOvr>
    <a:masterClrMapping/>
  </p:clrMapOvr>
</p:sld>
</file>

<file path=ppt/theme/theme1.xml><?xml version="1.0" encoding="utf-8"?>
<a:theme xmlns:a="http://schemas.openxmlformats.org/drawingml/2006/main" name="Plane Flying in the Sky by Slidesgo">
  <a:themeElements>
    <a:clrScheme name="Simple Light">
      <a:dk1>
        <a:srgbClr val="FFFFFF"/>
      </a:dk1>
      <a:lt1>
        <a:srgbClr val="384957"/>
      </a:lt1>
      <a:dk2>
        <a:srgbClr val="DBEEFF"/>
      </a:dk2>
      <a:lt2>
        <a:srgbClr val="FFFFFF"/>
      </a:lt2>
      <a:accent1>
        <a:srgbClr val="FFFFFF"/>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1651</TotalTime>
  <Words>1248</Words>
  <Application>Microsoft Office PowerPoint</Application>
  <PresentationFormat>On-screen Show (16:9)</PresentationFormat>
  <Paragraphs>153</Paragraphs>
  <Slides>35</Slides>
  <Notes>29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Anaheim</vt:lpstr>
      <vt:lpstr>Nunito Light</vt:lpstr>
      <vt:lpstr>Lexend Deca Light</vt:lpstr>
      <vt:lpstr>Arial</vt:lpstr>
      <vt:lpstr>Wingdings</vt:lpstr>
      <vt:lpstr>Bebas Neue</vt:lpstr>
      <vt:lpstr>Alata</vt:lpstr>
      <vt:lpstr>Cambria</vt:lpstr>
      <vt:lpstr>Plane Flying in the Sky by Slidesgo</vt:lpstr>
      <vt:lpstr>PREDICTING FLIGHT DELAYS</vt:lpstr>
      <vt:lpstr>TABLE OF CONTENTS</vt:lpstr>
      <vt:lpstr>ABSTRACT</vt:lpstr>
      <vt:lpstr>PowerPoint Presentation</vt:lpstr>
      <vt:lpstr>PROJECT GOALS</vt:lpstr>
      <vt:lpstr>DATASET DESCRIPTION</vt:lpstr>
      <vt:lpstr>DATASET DESCRIPTION</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EXPLORATORY DATA ANALYSIS</vt:lpstr>
      <vt:lpstr>STATISTICAL TESTS AND PLOTS</vt:lpstr>
      <vt:lpstr>STATISTICAL TESTS AND PLOTS</vt:lpstr>
      <vt:lpstr>STATISTICAL TESTS AND PLOTS</vt:lpstr>
      <vt:lpstr>STATISTICAL TESTS AND PLOTS</vt:lpstr>
      <vt:lpstr>STATISTICAL TESTS AND PLOTS</vt:lpstr>
      <vt:lpstr>STATISTICAL TESTS AND PLOTS</vt:lpstr>
      <vt:lpstr>STATISTICAL TESTS AND PLOTS</vt:lpstr>
      <vt:lpstr>STATISTICAL TESTS AND PLOTS</vt:lpstr>
      <vt:lpstr>CONFUSION MATRIX AND STATISTICAL ANALYSIS </vt:lpstr>
      <vt:lpstr>TRAINING PERFORMANCE AND LEARNING CURVES</vt:lpstr>
      <vt:lpstr>TRAINING PERFORMANCE AND LEARNING CURVES</vt:lpstr>
      <vt:lpstr>COMPARITIVE EVALUATION OF ML MODELS </vt:lpstr>
      <vt:lpstr>COMPARITIVE EVALUATION OF ML MODELS </vt:lpstr>
      <vt:lpstr>CONCLUSION</vt:lpstr>
      <vt:lpstr>RECOMMENDATIONS</vt:lpstr>
      <vt:lpstr>FUTURE WORK AND REFERENCES</vt:lpstr>
      <vt:lpstr>FUTURE WORK AND 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Vibhas Bigala</dc:creator>
  <cp:lastModifiedBy>Vibhas Bigala</cp:lastModifiedBy>
  <cp:revision>12</cp:revision>
  <dcterms:modified xsi:type="dcterms:W3CDTF">2024-12-09T02:19:46Z</dcterms:modified>
</cp:coreProperties>
</file>